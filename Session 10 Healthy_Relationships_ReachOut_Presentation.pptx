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3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7AAA8B-58C7-4B13-AEF9-943AC8D1AE8D}" type="doc">
      <dgm:prSet loTypeId="urn:microsoft.com/office/officeart/2005/8/layout/arrow1" loCatId="relationship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00EB79-3D44-441B-B575-2184326A55B2}">
      <dgm:prSet/>
      <dgm:spPr/>
      <dgm:t>
        <a:bodyPr/>
        <a:lstStyle/>
        <a:p>
          <a:r>
            <a:rPr lang="en-US" b="1"/>
            <a:t>HEALTHY</a:t>
          </a:r>
          <a:endParaRPr lang="en-US"/>
        </a:p>
      </dgm:t>
    </dgm:pt>
    <dgm:pt modelId="{6FA9A4B9-9C07-49D4-9576-D164CCE63DEE}" type="parTrans" cxnId="{612D7581-C711-4647-A5C4-9D891E6794F2}">
      <dgm:prSet/>
      <dgm:spPr/>
      <dgm:t>
        <a:bodyPr/>
        <a:lstStyle/>
        <a:p>
          <a:endParaRPr lang="en-US"/>
        </a:p>
      </dgm:t>
    </dgm:pt>
    <dgm:pt modelId="{9A5CD5BA-C3B4-4378-80C1-C202C0608C5B}" type="sibTrans" cxnId="{612D7581-C711-4647-A5C4-9D891E6794F2}">
      <dgm:prSet/>
      <dgm:spPr/>
      <dgm:t>
        <a:bodyPr/>
        <a:lstStyle/>
        <a:p>
          <a:endParaRPr lang="en-US"/>
        </a:p>
      </dgm:t>
    </dgm:pt>
    <dgm:pt modelId="{AD4390CE-0AE3-481B-BB0F-EA2D59174E3A}">
      <dgm:prSet/>
      <dgm:spPr/>
      <dgm:t>
        <a:bodyPr/>
        <a:lstStyle/>
        <a:p>
          <a:r>
            <a:rPr lang="en-US" b="1"/>
            <a:t>RELATIONSHIPS</a:t>
          </a:r>
          <a:endParaRPr lang="en-US"/>
        </a:p>
      </dgm:t>
    </dgm:pt>
    <dgm:pt modelId="{B159D8CC-8AD5-4EBC-B45E-9223711061AD}" type="parTrans" cxnId="{49069BFC-2F19-4B70-9DFD-8A84ECB7613F}">
      <dgm:prSet/>
      <dgm:spPr/>
      <dgm:t>
        <a:bodyPr/>
        <a:lstStyle/>
        <a:p>
          <a:endParaRPr lang="en-US"/>
        </a:p>
      </dgm:t>
    </dgm:pt>
    <dgm:pt modelId="{4B3A9EAB-153A-4989-8737-D5DDE84EB89D}" type="sibTrans" cxnId="{49069BFC-2F19-4B70-9DFD-8A84ECB7613F}">
      <dgm:prSet/>
      <dgm:spPr/>
      <dgm:t>
        <a:bodyPr/>
        <a:lstStyle/>
        <a:p>
          <a:endParaRPr lang="en-US"/>
        </a:p>
      </dgm:t>
    </dgm:pt>
    <dgm:pt modelId="{9051585A-B943-490A-AE61-ED2FFA37FFC3}" type="pres">
      <dgm:prSet presAssocID="{537AAA8B-58C7-4B13-AEF9-943AC8D1AE8D}" presName="cycle" presStyleCnt="0">
        <dgm:presLayoutVars>
          <dgm:dir/>
          <dgm:resizeHandles val="exact"/>
        </dgm:presLayoutVars>
      </dgm:prSet>
      <dgm:spPr/>
    </dgm:pt>
    <dgm:pt modelId="{C26A2A34-C5FE-4F7B-BEDB-8313DEBCCECA}" type="pres">
      <dgm:prSet presAssocID="{7100EB79-3D44-441B-B575-2184326A55B2}" presName="arrow" presStyleLbl="node1" presStyleIdx="0" presStyleCnt="2">
        <dgm:presLayoutVars>
          <dgm:bulletEnabled val="1"/>
        </dgm:presLayoutVars>
      </dgm:prSet>
      <dgm:spPr/>
    </dgm:pt>
    <dgm:pt modelId="{D30E7A84-BAE1-48D7-A2DF-9E93CE5022F3}" type="pres">
      <dgm:prSet presAssocID="{AD4390CE-0AE3-481B-BB0F-EA2D59174E3A}" presName="arrow" presStyleLbl="node1" presStyleIdx="1" presStyleCnt="2">
        <dgm:presLayoutVars>
          <dgm:bulletEnabled val="1"/>
        </dgm:presLayoutVars>
      </dgm:prSet>
      <dgm:spPr/>
    </dgm:pt>
  </dgm:ptLst>
  <dgm:cxnLst>
    <dgm:cxn modelId="{FB95FB53-7B1A-4C6E-91E6-6FB9671EBCF1}" type="presOf" srcId="{AD4390CE-0AE3-481B-BB0F-EA2D59174E3A}" destId="{D30E7A84-BAE1-48D7-A2DF-9E93CE5022F3}" srcOrd="0" destOrd="0" presId="urn:microsoft.com/office/officeart/2005/8/layout/arrow1"/>
    <dgm:cxn modelId="{612D7581-C711-4647-A5C4-9D891E6794F2}" srcId="{537AAA8B-58C7-4B13-AEF9-943AC8D1AE8D}" destId="{7100EB79-3D44-441B-B575-2184326A55B2}" srcOrd="0" destOrd="0" parTransId="{6FA9A4B9-9C07-49D4-9576-D164CCE63DEE}" sibTransId="{9A5CD5BA-C3B4-4378-80C1-C202C0608C5B}"/>
    <dgm:cxn modelId="{C7ED40E0-DA8B-4B0E-BC15-2FFC0EEC1335}" type="presOf" srcId="{7100EB79-3D44-441B-B575-2184326A55B2}" destId="{C26A2A34-C5FE-4F7B-BEDB-8313DEBCCECA}" srcOrd="0" destOrd="0" presId="urn:microsoft.com/office/officeart/2005/8/layout/arrow1"/>
    <dgm:cxn modelId="{49069BFC-2F19-4B70-9DFD-8A84ECB7613F}" srcId="{537AAA8B-58C7-4B13-AEF9-943AC8D1AE8D}" destId="{AD4390CE-0AE3-481B-BB0F-EA2D59174E3A}" srcOrd="1" destOrd="0" parTransId="{B159D8CC-8AD5-4EBC-B45E-9223711061AD}" sibTransId="{4B3A9EAB-153A-4989-8737-D5DDE84EB89D}"/>
    <dgm:cxn modelId="{183ABAFE-B087-4FF4-9167-7DD11422AF90}" type="presOf" srcId="{537AAA8B-58C7-4B13-AEF9-943AC8D1AE8D}" destId="{9051585A-B943-490A-AE61-ED2FFA37FFC3}" srcOrd="0" destOrd="0" presId="urn:microsoft.com/office/officeart/2005/8/layout/arrow1"/>
    <dgm:cxn modelId="{5E90597D-00BC-4361-80D4-825CB7336DE4}" type="presParOf" srcId="{9051585A-B943-490A-AE61-ED2FFA37FFC3}" destId="{C26A2A34-C5FE-4F7B-BEDB-8313DEBCCECA}" srcOrd="0" destOrd="0" presId="urn:microsoft.com/office/officeart/2005/8/layout/arrow1"/>
    <dgm:cxn modelId="{F2DFE561-2231-4C1E-AA0B-816AA54DA118}" type="presParOf" srcId="{9051585A-B943-490A-AE61-ED2FFA37FFC3}" destId="{D30E7A84-BAE1-48D7-A2DF-9E93CE5022F3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52A41E-70CC-46A4-A3F4-F90A02A233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432651-CAC0-401C-9B8E-6651FADEBCDC}">
      <dgm:prSet/>
      <dgm:spPr/>
      <dgm:t>
        <a:bodyPr/>
        <a:lstStyle/>
        <a:p>
          <a:r>
            <a:rPr lang="en-US"/>
            <a:t>Reflect on specific behaviours and how they affect each person.</a:t>
          </a:r>
        </a:p>
      </dgm:t>
    </dgm:pt>
    <dgm:pt modelId="{CCCDB9F6-0E97-4F83-AC8E-31CAA52C7D72}" type="parTrans" cxnId="{C702666A-5DF2-4390-9C6B-E52B70CE70E9}">
      <dgm:prSet/>
      <dgm:spPr/>
      <dgm:t>
        <a:bodyPr/>
        <a:lstStyle/>
        <a:p>
          <a:endParaRPr lang="en-US"/>
        </a:p>
      </dgm:t>
    </dgm:pt>
    <dgm:pt modelId="{71E2D861-D473-44E6-ABF3-71E9C6B90206}" type="sibTrans" cxnId="{C702666A-5DF2-4390-9C6B-E52B70CE70E9}">
      <dgm:prSet/>
      <dgm:spPr/>
      <dgm:t>
        <a:bodyPr/>
        <a:lstStyle/>
        <a:p>
          <a:endParaRPr lang="en-US"/>
        </a:p>
      </dgm:t>
    </dgm:pt>
    <dgm:pt modelId="{B3E58490-12B2-4873-B0FD-60BAC5C56341}">
      <dgm:prSet/>
      <dgm:spPr/>
      <dgm:t>
        <a:bodyPr/>
        <a:lstStyle/>
        <a:p>
          <a:r>
            <a:rPr lang="en-US"/>
            <a:t>If it feels safe, talk about the behaviour calmly and give the other person time to think.</a:t>
          </a:r>
        </a:p>
      </dgm:t>
    </dgm:pt>
    <dgm:pt modelId="{547B383B-F6A8-49A7-8CE4-7EEB813A024A}" type="parTrans" cxnId="{9284DC18-A5B0-49F9-A8C8-91560456D6CD}">
      <dgm:prSet/>
      <dgm:spPr/>
      <dgm:t>
        <a:bodyPr/>
        <a:lstStyle/>
        <a:p>
          <a:endParaRPr lang="en-US"/>
        </a:p>
      </dgm:t>
    </dgm:pt>
    <dgm:pt modelId="{EAAD5B2B-9339-44AB-992D-11FC532D687B}" type="sibTrans" cxnId="{9284DC18-A5B0-49F9-A8C8-91560456D6CD}">
      <dgm:prSet/>
      <dgm:spPr/>
      <dgm:t>
        <a:bodyPr/>
        <a:lstStyle/>
        <a:p>
          <a:endParaRPr lang="en-US"/>
        </a:p>
      </dgm:t>
    </dgm:pt>
    <dgm:pt modelId="{01138919-C21E-45F6-9AE6-127E904026CE}">
      <dgm:prSet/>
      <dgm:spPr/>
      <dgm:t>
        <a:bodyPr/>
        <a:lstStyle/>
        <a:p>
          <a:r>
            <a:rPr lang="en-US"/>
            <a:t>Avoid relying only on labels such as “toxic”; describe what happened and how it felt.</a:t>
          </a:r>
        </a:p>
      </dgm:t>
    </dgm:pt>
    <dgm:pt modelId="{E42E4F45-9070-422C-9275-E682E56199A9}" type="parTrans" cxnId="{B0CA8D73-1972-47E0-93D0-D6766EF3FF80}">
      <dgm:prSet/>
      <dgm:spPr/>
      <dgm:t>
        <a:bodyPr/>
        <a:lstStyle/>
        <a:p>
          <a:endParaRPr lang="en-US"/>
        </a:p>
      </dgm:t>
    </dgm:pt>
    <dgm:pt modelId="{E1E622B5-20D5-46E3-8ABB-6B88FD98F93E}" type="sibTrans" cxnId="{B0CA8D73-1972-47E0-93D0-D6766EF3FF80}">
      <dgm:prSet/>
      <dgm:spPr/>
      <dgm:t>
        <a:bodyPr/>
        <a:lstStyle/>
        <a:p>
          <a:endParaRPr lang="en-US"/>
        </a:p>
      </dgm:t>
    </dgm:pt>
    <dgm:pt modelId="{7AD80149-775E-431C-9487-B9760713E728}">
      <dgm:prSet/>
      <dgm:spPr/>
      <dgm:t>
        <a:bodyPr/>
        <a:lstStyle/>
        <a:p>
          <a:r>
            <a:rPr lang="en-US"/>
            <a:t>Seek help from a trusted adult or a professional. A relationship does not have to be managed alone.</a:t>
          </a:r>
        </a:p>
      </dgm:t>
    </dgm:pt>
    <dgm:pt modelId="{FADC09C0-61BE-4D46-921B-8CBB64355212}" type="parTrans" cxnId="{D9AD40BE-3CF1-4EB9-975A-B94CB97C13FE}">
      <dgm:prSet/>
      <dgm:spPr/>
      <dgm:t>
        <a:bodyPr/>
        <a:lstStyle/>
        <a:p>
          <a:endParaRPr lang="en-US"/>
        </a:p>
      </dgm:t>
    </dgm:pt>
    <dgm:pt modelId="{20324B9C-4544-44DB-A787-CC2BE669164D}" type="sibTrans" cxnId="{D9AD40BE-3CF1-4EB9-975A-B94CB97C13FE}">
      <dgm:prSet/>
      <dgm:spPr/>
      <dgm:t>
        <a:bodyPr/>
        <a:lstStyle/>
        <a:p>
          <a:endParaRPr lang="en-US"/>
        </a:p>
      </dgm:t>
    </dgm:pt>
    <dgm:pt modelId="{E59B0F2B-8373-4E1B-A6F7-6076E77E8C05}">
      <dgm:prSet/>
      <dgm:spPr/>
      <dgm:t>
        <a:bodyPr/>
        <a:lstStyle/>
        <a:p>
          <a:r>
            <a:rPr lang="en-US"/>
            <a:t>If talking is unlikely to help or the person feels unsafe, they can consider ending the relationship and seek support.</a:t>
          </a:r>
        </a:p>
      </dgm:t>
    </dgm:pt>
    <dgm:pt modelId="{EDEF544A-0EFB-4CCB-B42D-9C6E6DA0168C}" type="parTrans" cxnId="{2170B0FB-8FB7-48A0-99C9-33414112E680}">
      <dgm:prSet/>
      <dgm:spPr/>
      <dgm:t>
        <a:bodyPr/>
        <a:lstStyle/>
        <a:p>
          <a:endParaRPr lang="en-US"/>
        </a:p>
      </dgm:t>
    </dgm:pt>
    <dgm:pt modelId="{FFFCD208-4401-4541-A122-CD27A2E305B6}" type="sibTrans" cxnId="{2170B0FB-8FB7-48A0-99C9-33414112E680}">
      <dgm:prSet/>
      <dgm:spPr/>
      <dgm:t>
        <a:bodyPr/>
        <a:lstStyle/>
        <a:p>
          <a:endParaRPr lang="en-US"/>
        </a:p>
      </dgm:t>
    </dgm:pt>
    <dgm:pt modelId="{83D60868-4D91-469E-B82C-804DC9A28203}" type="pres">
      <dgm:prSet presAssocID="{A852A41E-70CC-46A4-A3F4-F90A02A23366}" presName="linear" presStyleCnt="0">
        <dgm:presLayoutVars>
          <dgm:animLvl val="lvl"/>
          <dgm:resizeHandles val="exact"/>
        </dgm:presLayoutVars>
      </dgm:prSet>
      <dgm:spPr/>
    </dgm:pt>
    <dgm:pt modelId="{96EAEEF9-8124-4CCC-A0EF-01EF681DC422}" type="pres">
      <dgm:prSet presAssocID="{5C432651-CAC0-401C-9B8E-6651FADEBCD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E68EA69-4A2D-4302-86E1-32F269ED80E0}" type="pres">
      <dgm:prSet presAssocID="{71E2D861-D473-44E6-ABF3-71E9C6B90206}" presName="spacer" presStyleCnt="0"/>
      <dgm:spPr/>
    </dgm:pt>
    <dgm:pt modelId="{1330CB13-4564-4326-A4C6-B8F234B93D6B}" type="pres">
      <dgm:prSet presAssocID="{B3E58490-12B2-4873-B0FD-60BAC5C5634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9554B54-E34D-4688-BD4F-C2932155CCC8}" type="pres">
      <dgm:prSet presAssocID="{EAAD5B2B-9339-44AB-992D-11FC532D687B}" presName="spacer" presStyleCnt="0"/>
      <dgm:spPr/>
    </dgm:pt>
    <dgm:pt modelId="{7FCE47B2-1798-413B-B16B-D02F9103D7D0}" type="pres">
      <dgm:prSet presAssocID="{01138919-C21E-45F6-9AE6-127E904026C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E2D697C-600A-4E58-BB46-721F34AAF069}" type="pres">
      <dgm:prSet presAssocID="{E1E622B5-20D5-46E3-8ABB-6B88FD98F93E}" presName="spacer" presStyleCnt="0"/>
      <dgm:spPr/>
    </dgm:pt>
    <dgm:pt modelId="{DEAA984C-946E-4EDC-A8B1-5956948C3C35}" type="pres">
      <dgm:prSet presAssocID="{7AD80149-775E-431C-9487-B9760713E72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64966AA-D954-4A64-B41D-DEA50AEF0130}" type="pres">
      <dgm:prSet presAssocID="{20324B9C-4544-44DB-A787-CC2BE669164D}" presName="spacer" presStyleCnt="0"/>
      <dgm:spPr/>
    </dgm:pt>
    <dgm:pt modelId="{5E8FDF79-88EE-4210-B906-F23D1726C7A0}" type="pres">
      <dgm:prSet presAssocID="{E59B0F2B-8373-4E1B-A6F7-6076E77E8C0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284DC18-A5B0-49F9-A8C8-91560456D6CD}" srcId="{A852A41E-70CC-46A4-A3F4-F90A02A23366}" destId="{B3E58490-12B2-4873-B0FD-60BAC5C56341}" srcOrd="1" destOrd="0" parTransId="{547B383B-F6A8-49A7-8CE4-7EEB813A024A}" sibTransId="{EAAD5B2B-9339-44AB-992D-11FC532D687B}"/>
    <dgm:cxn modelId="{A147CA2B-EACF-43B3-82BF-2CE7E65E98EF}" type="presOf" srcId="{B3E58490-12B2-4873-B0FD-60BAC5C56341}" destId="{1330CB13-4564-4326-A4C6-B8F234B93D6B}" srcOrd="0" destOrd="0" presId="urn:microsoft.com/office/officeart/2005/8/layout/vList2"/>
    <dgm:cxn modelId="{403CFC2D-C5A0-4129-878B-C6B59D9D7978}" type="presOf" srcId="{A852A41E-70CC-46A4-A3F4-F90A02A23366}" destId="{83D60868-4D91-469E-B82C-804DC9A28203}" srcOrd="0" destOrd="0" presId="urn:microsoft.com/office/officeart/2005/8/layout/vList2"/>
    <dgm:cxn modelId="{C702666A-5DF2-4390-9C6B-E52B70CE70E9}" srcId="{A852A41E-70CC-46A4-A3F4-F90A02A23366}" destId="{5C432651-CAC0-401C-9B8E-6651FADEBCDC}" srcOrd="0" destOrd="0" parTransId="{CCCDB9F6-0E97-4F83-AC8E-31CAA52C7D72}" sibTransId="{71E2D861-D473-44E6-ABF3-71E9C6B90206}"/>
    <dgm:cxn modelId="{B0CA8D73-1972-47E0-93D0-D6766EF3FF80}" srcId="{A852A41E-70CC-46A4-A3F4-F90A02A23366}" destId="{01138919-C21E-45F6-9AE6-127E904026CE}" srcOrd="2" destOrd="0" parTransId="{E42E4F45-9070-422C-9275-E682E56199A9}" sibTransId="{E1E622B5-20D5-46E3-8ABB-6B88FD98F93E}"/>
    <dgm:cxn modelId="{744BDF90-FA6C-4744-8DB1-5F16AFFA010F}" type="presOf" srcId="{E59B0F2B-8373-4E1B-A6F7-6076E77E8C05}" destId="{5E8FDF79-88EE-4210-B906-F23D1726C7A0}" srcOrd="0" destOrd="0" presId="urn:microsoft.com/office/officeart/2005/8/layout/vList2"/>
    <dgm:cxn modelId="{236DE89B-1D4A-4D27-9CFE-2202393EFCC3}" type="presOf" srcId="{5C432651-CAC0-401C-9B8E-6651FADEBCDC}" destId="{96EAEEF9-8124-4CCC-A0EF-01EF681DC422}" srcOrd="0" destOrd="0" presId="urn:microsoft.com/office/officeart/2005/8/layout/vList2"/>
    <dgm:cxn modelId="{1B23F8A6-515D-41EC-AF38-9FA2E5665C64}" type="presOf" srcId="{7AD80149-775E-431C-9487-B9760713E728}" destId="{DEAA984C-946E-4EDC-A8B1-5956948C3C35}" srcOrd="0" destOrd="0" presId="urn:microsoft.com/office/officeart/2005/8/layout/vList2"/>
    <dgm:cxn modelId="{D9AD40BE-3CF1-4EB9-975A-B94CB97C13FE}" srcId="{A852A41E-70CC-46A4-A3F4-F90A02A23366}" destId="{7AD80149-775E-431C-9487-B9760713E728}" srcOrd="3" destOrd="0" parTransId="{FADC09C0-61BE-4D46-921B-8CBB64355212}" sibTransId="{20324B9C-4544-44DB-A787-CC2BE669164D}"/>
    <dgm:cxn modelId="{A54FF0CF-DD6D-46DF-8108-88180E957E36}" type="presOf" srcId="{01138919-C21E-45F6-9AE6-127E904026CE}" destId="{7FCE47B2-1798-413B-B16B-D02F9103D7D0}" srcOrd="0" destOrd="0" presId="urn:microsoft.com/office/officeart/2005/8/layout/vList2"/>
    <dgm:cxn modelId="{2170B0FB-8FB7-48A0-99C9-33414112E680}" srcId="{A852A41E-70CC-46A4-A3F4-F90A02A23366}" destId="{E59B0F2B-8373-4E1B-A6F7-6076E77E8C05}" srcOrd="4" destOrd="0" parTransId="{EDEF544A-0EFB-4CCB-B42D-9C6E6DA0168C}" sibTransId="{FFFCD208-4401-4541-A122-CD27A2E305B6}"/>
    <dgm:cxn modelId="{41892523-BEA5-4FB7-92EC-323DC9C582D6}" type="presParOf" srcId="{83D60868-4D91-469E-B82C-804DC9A28203}" destId="{96EAEEF9-8124-4CCC-A0EF-01EF681DC422}" srcOrd="0" destOrd="0" presId="urn:microsoft.com/office/officeart/2005/8/layout/vList2"/>
    <dgm:cxn modelId="{18EA5C88-1BD8-4F0B-85AD-D9CF50AB1509}" type="presParOf" srcId="{83D60868-4D91-469E-B82C-804DC9A28203}" destId="{0E68EA69-4A2D-4302-86E1-32F269ED80E0}" srcOrd="1" destOrd="0" presId="urn:microsoft.com/office/officeart/2005/8/layout/vList2"/>
    <dgm:cxn modelId="{7E638AF4-4B27-47AF-B55D-1BF9A2A2DCAE}" type="presParOf" srcId="{83D60868-4D91-469E-B82C-804DC9A28203}" destId="{1330CB13-4564-4326-A4C6-B8F234B93D6B}" srcOrd="2" destOrd="0" presId="urn:microsoft.com/office/officeart/2005/8/layout/vList2"/>
    <dgm:cxn modelId="{9DEB2059-03F5-428C-88FD-02457D51A375}" type="presParOf" srcId="{83D60868-4D91-469E-B82C-804DC9A28203}" destId="{C9554B54-E34D-4688-BD4F-C2932155CCC8}" srcOrd="3" destOrd="0" presId="urn:microsoft.com/office/officeart/2005/8/layout/vList2"/>
    <dgm:cxn modelId="{F9504CBE-B7C4-427A-82C2-3E2DD3D354C6}" type="presParOf" srcId="{83D60868-4D91-469E-B82C-804DC9A28203}" destId="{7FCE47B2-1798-413B-B16B-D02F9103D7D0}" srcOrd="4" destOrd="0" presId="urn:microsoft.com/office/officeart/2005/8/layout/vList2"/>
    <dgm:cxn modelId="{C957C456-440E-42EC-BC44-9171504BBC2E}" type="presParOf" srcId="{83D60868-4D91-469E-B82C-804DC9A28203}" destId="{6E2D697C-600A-4E58-BB46-721F34AAF069}" srcOrd="5" destOrd="0" presId="urn:microsoft.com/office/officeart/2005/8/layout/vList2"/>
    <dgm:cxn modelId="{ED978C22-3C04-433E-9D8B-4FDB598B63BB}" type="presParOf" srcId="{83D60868-4D91-469E-B82C-804DC9A28203}" destId="{DEAA984C-946E-4EDC-A8B1-5956948C3C35}" srcOrd="6" destOrd="0" presId="urn:microsoft.com/office/officeart/2005/8/layout/vList2"/>
    <dgm:cxn modelId="{9B35DA4A-D711-4E53-AE96-254B909F3A09}" type="presParOf" srcId="{83D60868-4D91-469E-B82C-804DC9A28203}" destId="{264966AA-D954-4A64-B41D-DEA50AEF0130}" srcOrd="7" destOrd="0" presId="urn:microsoft.com/office/officeart/2005/8/layout/vList2"/>
    <dgm:cxn modelId="{32EAD234-F65E-43F3-B57E-4C428EC2428A}" type="presParOf" srcId="{83D60868-4D91-469E-B82C-804DC9A28203}" destId="{5E8FDF79-88EE-4210-B906-F23D1726C7A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A2A34-C5FE-4F7B-BEDB-8313DEBCCECA}">
      <dsp:nvSpPr>
        <dsp:cNvPr id="0" name=""/>
        <dsp:cNvSpPr/>
      </dsp:nvSpPr>
      <dsp:spPr>
        <a:xfrm rot="16200000">
          <a:off x="215" y="627827"/>
          <a:ext cx="2466782" cy="2466782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HEALTHY</a:t>
          </a:r>
          <a:endParaRPr lang="en-US" sz="1800" kern="1200"/>
        </a:p>
      </dsp:txBody>
      <dsp:txXfrm rot="5400000">
        <a:off x="431902" y="1244522"/>
        <a:ext cx="2035095" cy="1233391"/>
      </dsp:txXfrm>
    </dsp:sp>
    <dsp:sp modelId="{D30E7A84-BAE1-48D7-A2DF-9E93CE5022F3}">
      <dsp:nvSpPr>
        <dsp:cNvPr id="0" name=""/>
        <dsp:cNvSpPr/>
      </dsp:nvSpPr>
      <dsp:spPr>
        <a:xfrm rot="5400000">
          <a:off x="2714510" y="627827"/>
          <a:ext cx="2466782" cy="2466782"/>
        </a:xfrm>
        <a:prstGeom prst="up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RELATIONSHIPS</a:t>
          </a:r>
          <a:endParaRPr lang="en-US" sz="1800" kern="1200"/>
        </a:p>
      </dsp:txBody>
      <dsp:txXfrm rot="-5400000">
        <a:off x="2714510" y="1244523"/>
        <a:ext cx="2035095" cy="12333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AEEF9-8124-4CCC-A0EF-01EF681DC422}">
      <dsp:nvSpPr>
        <dsp:cNvPr id="0" name=""/>
        <dsp:cNvSpPr/>
      </dsp:nvSpPr>
      <dsp:spPr>
        <a:xfrm>
          <a:off x="0" y="23191"/>
          <a:ext cx="10424160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Reflect on specific behaviours and how they affect each person.</a:t>
          </a:r>
        </a:p>
      </dsp:txBody>
      <dsp:txXfrm>
        <a:off x="40930" y="64121"/>
        <a:ext cx="10342300" cy="756591"/>
      </dsp:txXfrm>
    </dsp:sp>
    <dsp:sp modelId="{1330CB13-4564-4326-A4C6-B8F234B93D6B}">
      <dsp:nvSpPr>
        <dsp:cNvPr id="0" name=""/>
        <dsp:cNvSpPr/>
      </dsp:nvSpPr>
      <dsp:spPr>
        <a:xfrm>
          <a:off x="0" y="922123"/>
          <a:ext cx="10424160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If it feels safe, talk about the behaviour calmly and give the other person time to think.</a:t>
          </a:r>
        </a:p>
      </dsp:txBody>
      <dsp:txXfrm>
        <a:off x="40930" y="963053"/>
        <a:ext cx="10342300" cy="756591"/>
      </dsp:txXfrm>
    </dsp:sp>
    <dsp:sp modelId="{7FCE47B2-1798-413B-B16B-D02F9103D7D0}">
      <dsp:nvSpPr>
        <dsp:cNvPr id="0" name=""/>
        <dsp:cNvSpPr/>
      </dsp:nvSpPr>
      <dsp:spPr>
        <a:xfrm>
          <a:off x="0" y="1821054"/>
          <a:ext cx="10424160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Avoid relying only on labels such as “toxic”; describe what happened and how it felt.</a:t>
          </a:r>
        </a:p>
      </dsp:txBody>
      <dsp:txXfrm>
        <a:off x="40930" y="1861984"/>
        <a:ext cx="10342300" cy="756591"/>
      </dsp:txXfrm>
    </dsp:sp>
    <dsp:sp modelId="{DEAA984C-946E-4EDC-A8B1-5956948C3C35}">
      <dsp:nvSpPr>
        <dsp:cNvPr id="0" name=""/>
        <dsp:cNvSpPr/>
      </dsp:nvSpPr>
      <dsp:spPr>
        <a:xfrm>
          <a:off x="0" y="2719985"/>
          <a:ext cx="10424160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Seek help from a trusted adult or a professional. A relationship does not have to be managed alone.</a:t>
          </a:r>
        </a:p>
      </dsp:txBody>
      <dsp:txXfrm>
        <a:off x="40930" y="2760915"/>
        <a:ext cx="10342300" cy="756591"/>
      </dsp:txXfrm>
    </dsp:sp>
    <dsp:sp modelId="{5E8FDF79-88EE-4210-B906-F23D1726C7A0}">
      <dsp:nvSpPr>
        <dsp:cNvPr id="0" name=""/>
        <dsp:cNvSpPr/>
      </dsp:nvSpPr>
      <dsp:spPr>
        <a:xfrm>
          <a:off x="0" y="3618916"/>
          <a:ext cx="10424160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If talking is unlikely to help or the person feels unsafe, they can consider ending the relationship and seek support.</a:t>
          </a:r>
        </a:p>
      </dsp:txBody>
      <dsp:txXfrm>
        <a:off x="40930" y="3659846"/>
        <a:ext cx="10342300" cy="756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6E613-E04D-6C19-91BA-67E347CFE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C83BD-06E5-F00B-7EBB-DC11721CB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185C0-588E-DFF0-2B82-F1DCF696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7D303-BBFD-8A6A-8786-A0A80DC5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9BDDC-327F-3ADA-8FF2-2BBE0030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66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577B2-0D7B-B4E3-28D5-1E1A2C23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6573-319F-73A2-C2B7-F020231D5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87191-6805-B3E7-24F1-9492D75A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CA509-0810-1EAA-7F36-06650558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49291-7EAE-91B9-ADB3-FF84C5D0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5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18588-9597-8491-A4EB-8339B874F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49AD9-331B-E9B4-A854-26D67A3FD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AF68D-18E2-E180-536F-52AF1ACA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0ED37-F72D-9439-CCFC-4B6E4D1C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2D0A4-D4A1-DF99-64BE-EF833EBD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4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2753-05D2-8C8A-471F-03C4CEF1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F7030-AE9C-2D47-5835-DF671404B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55DE0-2B6B-72E2-13FE-460A47832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91EC0-5170-D3B3-FA79-BD193019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91F19-3F63-992A-B7C3-DA0E0E414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1B4BF-E958-888F-6179-4823AF35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01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BE09-698B-760F-3096-801DAA9D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DBC70-942B-44F0-4553-B7557A6AA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7B055-A7F4-3401-E6B0-E4357D0D1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F19E94-AD4C-941E-F5F2-F2176231B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37027-8488-AE91-B686-56F1DB6F6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1DD1AA-C2A4-5FE1-1D51-A365B2A2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9529C-AC6D-33C8-D7A5-E1713C2D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66001-04E0-17FF-92F4-B71CD23C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2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F86F-7436-875D-93FD-A5561ED1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B35A4-F7D2-F43B-F2E4-EC9AE3E52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8FC8A-5CB7-AC22-852B-3E1E997B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7F783-6A3B-DD0F-18A3-BA117894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1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09870-6E73-E65D-1C82-D2885625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E51F2-02AF-A5AE-A2C8-9D5AF4EE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0F2F8-19DC-5C81-8D83-A7143DB9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8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43B0-5A4A-AFC6-352C-AE5CB607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3CB4C-508A-F5B0-B33A-AEBEF567E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E8CA3-4760-5440-FB46-4A7FBC44B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182FF-8467-EE49-0014-90F9C965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7455A-331A-ED2D-9840-56540EF9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D6D01-3AC5-A25D-842D-3FBADAF1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3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BEE2-A80D-0FE9-1485-238AD1C4E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1B440-9D51-B5F9-9EFB-1BDA9117E8A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99568-10DE-4BD6-2AE6-264A3D8F4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67AD1-6335-B28C-0E54-4EE6EC2B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67284-48DB-F111-B19E-36E504EF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1285D-FEA3-5772-FF3C-1252140F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20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7251F-A19E-9C10-F558-237D52D1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63AF9-5957-DAE9-71B7-7F8EB5084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15F99-B65E-12C6-7C60-E5E074F9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A7D4E-0D29-AAD1-E29F-E9CB9A133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7404F-CEC1-C507-9B4E-6E835D83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0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81C6BD-8CB6-24FD-7194-47D054278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E9541-D2E2-557B-A3C8-5DCB35033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C1A57-63EF-DF35-9902-32D094F85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7C293-5E33-D907-FF3E-5F18DB02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0630A-C91B-8FDE-EC8D-F9B9BB3A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96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002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76B99-6069-0928-BC08-65B8637CB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C0225-0DF8-B914-9B0B-F0161D75B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B86FB-BA03-6A35-0553-21A3CDB9F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89F73-F7EC-F417-E986-6ADCAE539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6F14-89BE-3C20-FADB-8D4BC6FEE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5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8929" y="557190"/>
            <a:ext cx="5181510" cy="1671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defRPr sz="2100" b="0">
                <a:solidFill>
                  <a:srgbClr val="D7E5EB"/>
                </a:solidFill>
                <a:latin typeface="Aptos"/>
              </a:defRPr>
            </a:pPr>
            <a:r>
              <a:rPr lang="en-US" sz="3700" b="0" spc="0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Recognising</a:t>
            </a:r>
            <a:r>
              <a:rPr lang="en-US" sz="3700" b="0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 unhealthy </a:t>
            </a:r>
            <a:r>
              <a:rPr lang="en-US" sz="3700" b="0" spc="0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behaviours</a:t>
            </a:r>
            <a:r>
              <a:rPr lang="en-US" sz="3700" b="0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 and knowing where to find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625" y="2336098"/>
            <a:ext cx="5165725" cy="45862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defRPr sz="1200" b="0">
                <a:solidFill>
                  <a:srgbClr val="D7E5EB"/>
                </a:solidFill>
                <a:latin typeface="Aptos"/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Based on ReachOut Australia: “Are you in a toxic relationship?”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C3D60D-6C30-9BE0-B10E-2D2A193D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14" r="21558" b="-1"/>
          <a:stretch>
            <a:fillRect/>
          </a:stretch>
        </p:blipFill>
        <p:spPr>
          <a:xfrm>
            <a:off x="6189155" y="10"/>
            <a:ext cx="6002844" cy="6857990"/>
          </a:xfrm>
          <a:prstGeom prst="rect">
            <a:avLst/>
          </a:prstGeom>
          <a:effectLst/>
        </p:spPr>
      </p:pic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55F0D34A-0CCB-5A5B-4E40-454BAACF4B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5555981"/>
              </p:ext>
            </p:extLst>
          </p:nvPr>
        </p:nvGraphicFramePr>
        <p:xfrm>
          <a:off x="648930" y="2406650"/>
          <a:ext cx="5181508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14B"/>
                </a:solidFill>
                <a:latin typeface="Aptos"/>
              </a:defRPr>
            </a:pPr>
            <a:r>
              <a:t>What does “toxic relationship”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6A73"/>
                </a:solidFill>
                <a:latin typeface="Aptos"/>
              </a:defRPr>
            </a:pPr>
            <a:r>
              <a:t>HEALTHY RELATIONSHIPS  •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3327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2F363E"/>
                </a:solidFill>
                <a:latin typeface="Aptos"/>
              </a:defRPr>
            </a:pPr>
            <a:r>
              <a:t>ReachOut explains that there is no single definition. The term usually describes a relationship that is unhealthy for the people involved.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63240"/>
            <a:ext cx="10241280" cy="868680"/>
          </a:xfrm>
          <a:prstGeom prst="roundRect">
            <a:avLst/>
          </a:prstGeom>
          <a:solidFill>
            <a:srgbClr val="EBF5F4"/>
          </a:solidFill>
          <a:ln>
            <a:solidFill>
              <a:srgbClr val="EB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3172968"/>
            <a:ext cx="9912096" cy="6492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1F314B"/>
                </a:solidFill>
                <a:latin typeface="Aptos"/>
              </a:defRPr>
            </a:pPr>
            <a:r>
              <a:t>Focus on the behaviour and its impact — not just the label.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89120"/>
            <a:ext cx="1005840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F314B"/>
                </a:solidFill>
                <a:latin typeface="Aptos"/>
              </a:defRPr>
            </a:pPr>
            <a:r>
              <a:t>A relationship that leaves someone feeling regularly upset, anxious, exhausted, angry or belittled is not healthy.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14B"/>
                </a:solidFill>
                <a:latin typeface="Aptos"/>
              </a:defRPr>
            </a:pPr>
            <a:r>
              <a:t>Unhealthy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6A73"/>
                </a:solidFill>
                <a:latin typeface="Aptos"/>
              </a:defRPr>
            </a:pPr>
            <a:r>
              <a:t>HEALTHY RELATIONSHIPS  •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4805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buChar char="•"/>
              <a:defRPr sz="2000">
                <a:solidFill>
                  <a:srgbClr val="2F363E"/>
                </a:solidFill>
                <a:latin typeface="Aptos"/>
              </a:defRPr>
            </a:pPr>
            <a:r>
              <a:t>Using the silent treatment to punish someone (rather than taking agreed time to cool down).</a:t>
            </a:r>
          </a:p>
          <a:p>
            <a:pPr>
              <a:buChar char="•"/>
              <a:defRPr sz="2000">
                <a:solidFill>
                  <a:srgbClr val="2F363E"/>
                </a:solidFill>
                <a:latin typeface="Aptos"/>
              </a:defRPr>
            </a:pPr>
            <a:r>
              <a:t>Guilt-tripping someone for expressing needs, feelings or boundaries.</a:t>
            </a:r>
          </a:p>
          <a:p>
            <a:pPr>
              <a:buChar char="•"/>
              <a:defRPr sz="2000">
                <a:solidFill>
                  <a:srgbClr val="2F363E"/>
                </a:solidFill>
                <a:latin typeface="Aptos"/>
              </a:defRPr>
            </a:pPr>
            <a:r>
              <a:t>Being constantly defensive or accusatory instead of listening.</a:t>
            </a:r>
          </a:p>
          <a:p>
            <a:pPr>
              <a:buChar char="•"/>
              <a:defRPr sz="2000">
                <a:solidFill>
                  <a:srgbClr val="2F363E"/>
                </a:solidFill>
                <a:latin typeface="Aptos"/>
              </a:defRPr>
            </a:pPr>
            <a:r>
              <a:t>Refusing to make an effort to understand how the other person communicates.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5440680"/>
            <a:ext cx="10058400" cy="640080"/>
          </a:xfrm>
          <a:prstGeom prst="roundRect">
            <a:avLst/>
          </a:prstGeom>
          <a:solidFill>
            <a:srgbClr val="EBF5F4"/>
          </a:solidFill>
          <a:ln>
            <a:solidFill>
              <a:srgbClr val="EB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5550408"/>
            <a:ext cx="9729216" cy="42062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F314B"/>
                </a:solidFill>
                <a:latin typeface="Aptos"/>
              </a:defRPr>
            </a:pPr>
            <a:r>
              <a:t>Healthy communication includes listening, kindness and respect.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14B"/>
                </a:solidFill>
                <a:latin typeface="Aptos"/>
              </a:defRPr>
            </a:pPr>
            <a:r>
              <a:t>Respect, trust and independence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6A73"/>
                </a:solidFill>
                <a:latin typeface="Aptos"/>
              </a:defRPr>
            </a:pPr>
            <a:r>
              <a:t>HEALTHY RELATIONSHIPS  •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474720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8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31089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2A8587"/>
                </a:solidFill>
                <a:latin typeface="Aptos"/>
              </a:defRPr>
            </a:pPr>
            <a:r>
              <a:t>RESPECT &amp; EMPATHY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651760"/>
            <a:ext cx="2971800" cy="2560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F363E"/>
                </a:solidFill>
                <a:latin typeface="Aptos"/>
              </a:defRPr>
            </a:pPr>
            <a:r>
              <a:t>Make time for each other. Consider each other’s feelings. Avoid repeated put-downs or dismissing someone’s time and needs.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00200"/>
            <a:ext cx="3474720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7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874519"/>
            <a:ext cx="31089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17A68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2651760"/>
            <a:ext cx="2971800" cy="2560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F363E"/>
                </a:solidFill>
                <a:latin typeface="Aptos"/>
              </a:defRPr>
            </a:pPr>
            <a:r>
              <a:t>Avoid unfair suspicion, controlling behaviour or making someone feel guilty for spending time with others.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600200"/>
            <a:ext cx="3474720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B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1874519"/>
            <a:ext cx="31089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ECBE5B"/>
                </a:solidFill>
                <a:latin typeface="Aptos"/>
              </a:defRPr>
            </a:pPr>
            <a:r>
              <a:t>INDEPENDENCE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2651760"/>
            <a:ext cx="2971800" cy="2560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F363E"/>
                </a:solidFill>
                <a:latin typeface="Aptos"/>
              </a:defRPr>
            </a:pPr>
            <a:r>
              <a:t>Keep friendships, interests and sources of wellbeing outside the relationship. Partners do not need to do everything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14B"/>
                </a:solidFill>
                <a:latin typeface="Aptos"/>
              </a:defRPr>
            </a:pPr>
            <a:r>
              <a:t>Other warning signs to notice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6A73"/>
                </a:solidFill>
                <a:latin typeface="Aptos"/>
              </a:defRPr>
            </a:pPr>
            <a:r>
              <a:t>HEALTHY RELATIONSHIPS  •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4805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buChar char="•"/>
              <a:defRPr sz="2100">
                <a:solidFill>
                  <a:srgbClr val="2F363E"/>
                </a:solidFill>
                <a:latin typeface="Aptos"/>
              </a:defRPr>
            </a:pPr>
            <a:r>
              <a:t>Putting each other down or failing to stand up for each other.</a:t>
            </a:r>
          </a:p>
          <a:p>
            <a:pPr>
              <a:buChar char="•"/>
              <a:defRPr sz="2100">
                <a:solidFill>
                  <a:srgbClr val="2F363E"/>
                </a:solidFill>
                <a:latin typeface="Aptos"/>
              </a:defRPr>
            </a:pPr>
            <a:r>
              <a:t>Keeping a relationship secret without a clear, safe reason.</a:t>
            </a:r>
          </a:p>
          <a:p>
            <a:pPr>
              <a:buChar char="•"/>
              <a:defRPr sz="2100">
                <a:solidFill>
                  <a:srgbClr val="2F363E"/>
                </a:solidFill>
                <a:latin typeface="Aptos"/>
              </a:defRPr>
            </a:pPr>
            <a:r>
              <a:t>Turning small disagreements into major arguments.</a:t>
            </a:r>
          </a:p>
          <a:p>
            <a:pPr>
              <a:buChar char="•"/>
              <a:defRPr sz="2100">
                <a:solidFill>
                  <a:srgbClr val="2F363E"/>
                </a:solidFill>
                <a:latin typeface="Aptos"/>
              </a:defRPr>
            </a:pPr>
            <a:r>
              <a:t>Yelling, lying, refusing to listen, using guilt or resorting to violence.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03520"/>
            <a:ext cx="10515600" cy="731520"/>
          </a:xfrm>
          <a:prstGeom prst="roundRect">
            <a:avLst/>
          </a:prstGeom>
          <a:solidFill>
            <a:srgbClr val="EBF5F4"/>
          </a:solidFill>
          <a:ln>
            <a:solidFill>
              <a:srgbClr val="EB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5413248"/>
            <a:ext cx="101864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F314B"/>
                </a:solidFill>
                <a:latin typeface="Aptos"/>
              </a:defRPr>
            </a:pPr>
            <a:r>
              <a:t>Disagreements are normal. Feeling unsafe, controlled or repeatedly belittled is not.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14B"/>
                </a:solidFill>
                <a:latin typeface="Aptos"/>
              </a:defRPr>
            </a:pPr>
            <a:r>
              <a:t>Think, pair,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6A73"/>
                </a:solidFill>
                <a:latin typeface="Aptos"/>
              </a:defRPr>
            </a:pPr>
            <a:r>
              <a:t>HEALTHY RELATIONSHIPS  •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8288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A8587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F314B"/>
                </a:solidFill>
                <a:latin typeface="Aptos"/>
              </a:defRPr>
            </a:pPr>
            <a:r>
              <a:t>Jordan gets upset whenever Alex spends time with friends. Jordan sends repeated messages asking where Alex is and says, “If you cared about me, you’d stay with me instead.”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18288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A8587"/>
                </a:solidFill>
                <a:latin typeface="Aptos"/>
              </a:defRPr>
            </a:pPr>
            <a:r>
              <a:t>Discuss: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241280" cy="20116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buChar char="•"/>
              <a:defRPr sz="1900">
                <a:solidFill>
                  <a:srgbClr val="2F363E"/>
                </a:solidFill>
                <a:latin typeface="Aptos"/>
              </a:defRPr>
            </a:pPr>
            <a:r>
              <a:t>Which behaviours might be concerning? What makes them concerning?</a:t>
            </a:r>
          </a:p>
          <a:p>
            <a:pPr>
              <a:buChar char="•"/>
              <a:defRPr sz="1900">
                <a:solidFill>
                  <a:srgbClr val="2F363E"/>
                </a:solidFill>
                <a:latin typeface="Aptos"/>
              </a:defRPr>
            </a:pPr>
            <a:r>
              <a:t>How could Alex respond while maintaining personal boundaries?</a:t>
            </a:r>
          </a:p>
          <a:p>
            <a:pPr>
              <a:buChar char="•"/>
              <a:defRPr sz="1900">
                <a:solidFill>
                  <a:srgbClr val="2F363E"/>
                </a:solidFill>
                <a:latin typeface="Aptos"/>
              </a:defRPr>
            </a:pPr>
            <a:r>
              <a:t>Who could Alex talk to for support?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A73"/>
                </a:solidFill>
                <a:latin typeface="Aptos"/>
              </a:defRPr>
            </a:pPr>
            <a:r>
              <a:t>Discuss the fictional scenario only; no one needs to disclose personal experiences.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14B"/>
                </a:solidFill>
                <a:latin typeface="Aptos"/>
              </a:defRPr>
            </a:pPr>
            <a:r>
              <a:t>What can someone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6A73"/>
                </a:solidFill>
                <a:latin typeface="Aptos"/>
              </a:defRPr>
            </a:pPr>
            <a:r>
              <a:t>HEALTHY RELATIONSHIPS  •  08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4F5790FA-53C7-8628-340A-B6A414F88735}"/>
              </a:ext>
            </a:extLst>
          </p:cNvPr>
          <p:cNvGraphicFramePr/>
          <p:nvPr/>
        </p:nvGraphicFramePr>
        <p:xfrm>
          <a:off x="822960" y="1325880"/>
          <a:ext cx="10424160" cy="448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8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8813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14B"/>
                </a:solidFill>
                <a:latin typeface="Aptos"/>
              </a:defRPr>
            </a:pPr>
            <a:r>
              <a:t>Support is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5F6A73"/>
                </a:solidFill>
                <a:latin typeface="Aptos"/>
              </a:defRPr>
            </a:pPr>
            <a:r>
              <a:t>HEALTHY RELATIONSHIPS  •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F363E"/>
                </a:solidFill>
                <a:latin typeface="Aptos"/>
              </a:defRPr>
            </a:pPr>
            <a:r>
              <a:t>If you are worried about a relationship, you can speak with a trusted adult, school wellbeing staff or a professional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4983480" cy="1600200"/>
          </a:xfrm>
          <a:prstGeom prst="roundRect">
            <a:avLst/>
          </a:prstGeom>
          <a:solidFill>
            <a:srgbClr val="EBF5F4"/>
          </a:solidFill>
          <a:ln>
            <a:solidFill>
              <a:srgbClr val="EB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624328"/>
            <a:ext cx="4654296" cy="1380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F314B"/>
                </a:solidFill>
                <a:latin typeface="Aptos"/>
              </a:defRPr>
            </a:pPr>
            <a:r>
              <a:t>1800RESPECT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1F314B"/>
                </a:solidFill>
                <a:latin typeface="Aptos"/>
              </a:defRPr>
            </a:pPr>
            <a:r>
              <a:t>1800 737 732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1F314B"/>
                </a:solidFill>
                <a:latin typeface="Aptos"/>
              </a:defRPr>
            </a:pPr>
            <a:r>
              <a:t>Free, confidential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514600"/>
            <a:ext cx="4983480" cy="1600200"/>
          </a:xfrm>
          <a:prstGeom prst="roundRect">
            <a:avLst/>
          </a:prstGeom>
          <a:solidFill>
            <a:srgbClr val="FCEFEA"/>
          </a:solidFill>
          <a:ln>
            <a:solidFill>
              <a:srgbClr val="FC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2624328"/>
            <a:ext cx="4654296" cy="1380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F314B"/>
                </a:solidFill>
                <a:latin typeface="Aptos"/>
              </a:defRPr>
            </a:pPr>
            <a:r>
              <a:t>Kids Helpline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1F314B"/>
                </a:solidFill>
                <a:latin typeface="Aptos"/>
              </a:defRPr>
            </a:pPr>
            <a:r>
              <a:t>1800 55 1800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1F314B"/>
                </a:solidFill>
                <a:latin typeface="Aptos"/>
              </a:defRPr>
            </a:pPr>
            <a:r>
              <a:t>Support for young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A8587"/>
                </a:solidFill>
                <a:latin typeface="Aptos"/>
              </a:defRPr>
            </a:pPr>
            <a:r>
              <a:t>ReachOut PeerChat: au.reachout.com/peerchat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F6A73"/>
                </a:solidFill>
                <a:latin typeface="Aptos"/>
              </a:defRPr>
            </a:pPr>
            <a:r>
              <a:t>If there is immediate danger, contact emergency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39A91C7086847A98671EDF19DF6A7" ma:contentTypeVersion="3" ma:contentTypeDescription="Create a new document." ma:contentTypeScope="" ma:versionID="1ac54db21b4203d299765f3564495803">
  <xsd:schema xmlns:xsd="http://www.w3.org/2001/XMLSchema" xmlns:xs="http://www.w3.org/2001/XMLSchema" xmlns:p="http://schemas.microsoft.com/office/2006/metadata/properties" xmlns:ns2="4f0bfc7f-89f7-4a8e-b4ce-697b04347147" targetNamespace="http://schemas.microsoft.com/office/2006/metadata/properties" ma:root="true" ma:fieldsID="5248034578c8672181713fe683e858fe" ns2:_="">
    <xsd:import namespace="4f0bfc7f-89f7-4a8e-b4ce-697b043471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bfc7f-89f7-4a8e-b4ce-697b043471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337871F-B678-4721-881D-A69843B934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0bfc7f-89f7-4a8e-b4ce-697b043471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58D8E7-77A2-4950-9CD4-AF2169D331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4775EC-4E0F-4C54-941B-2FB2FD61695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553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Rosemary CARTER</cp:lastModifiedBy>
  <cp:revision>2</cp:revision>
  <dcterms:created xsi:type="dcterms:W3CDTF">2013-01-27T09:14:16Z</dcterms:created>
  <dcterms:modified xsi:type="dcterms:W3CDTF">2026-10-03T11:53:04Z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0x01010038139A91C7086847A98671EDF19DF6A7</vt:lpwstr>
  </property>
</Properties>
</file>