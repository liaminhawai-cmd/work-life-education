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4"/>
  </p:sldMasterIdLst>
  <p:notesMasterIdLst>
    <p:notesMasterId r:id="rId25"/>
  </p:notesMasterIdLst>
  <p:sldIdLst>
    <p:sldId id="283" r:id="rId5"/>
    <p:sldId id="261" r:id="rId6"/>
    <p:sldId id="279" r:id="rId7"/>
    <p:sldId id="280" r:id="rId8"/>
    <p:sldId id="258" r:id="rId9"/>
    <p:sldId id="276" r:id="rId10"/>
    <p:sldId id="281" r:id="rId11"/>
    <p:sldId id="260" r:id="rId12"/>
    <p:sldId id="262" r:id="rId13"/>
    <p:sldId id="263" r:id="rId14"/>
    <p:sldId id="264" r:id="rId15"/>
    <p:sldId id="265" r:id="rId16"/>
    <p:sldId id="266" r:id="rId17"/>
    <p:sldId id="269" r:id="rId18"/>
    <p:sldId id="270" r:id="rId19"/>
    <p:sldId id="271" r:id="rId20"/>
    <p:sldId id="272" r:id="rId21"/>
    <p:sldId id="273" r:id="rId22"/>
    <p:sldId id="274" r:id="rId23"/>
    <p:sldId id="28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4" dt="2026-08-16T21:17:39.8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emary CARTER" userId="S::90795025@kew.vic.edu.au::f5eb7cac-558e-48d4-978f-c6683c08957e" providerId="AD" clId="Web-{00000000-0000-0000-0000-000000000000}"/>
    <pc:docChg chg="addSld delSld modSld">
      <pc:chgData name="Rosemary CARTER" userId="S::90795025@kew.vic.edu.au::f5eb7cac-558e-48d4-978f-c6683c08957e" providerId="AD" clId="Web-{00000000-0000-0000-0000-000000000000}" dt="2026-08-16T21:17:39.826" v="11" actId="20577"/>
      <pc:docMkLst>
        <pc:docMk/>
      </pc:docMkLst>
      <pc:sldChg chg="addSp delSp modSp">
        <pc:chgData name="Rosemary CARTER" userId="S::90795025@kew.vic.edu.au::f5eb7cac-558e-48d4-978f-c6683c08957e" providerId="AD" clId="Web-{00000000-0000-0000-0000-000000000000}" dt="2026-08-16T21:16:54.636" v="8" actId="1076"/>
        <pc:sldMkLst>
          <pc:docMk/>
          <pc:sldMk cId="3870339631" sldId="276"/>
        </pc:sldMkLst>
        <pc:spChg chg="mod">
          <ac:chgData name="Rosemary CARTER" userId="S::90795025@kew.vic.edu.au::f5eb7cac-558e-48d4-978f-c6683c08957e" providerId="AD" clId="Web-{00000000-0000-0000-0000-000000000000}" dt="2026-08-16T21:16:43.963" v="3" actId="20577"/>
          <ac:spMkLst>
            <pc:docMk/>
            <pc:sldMk cId="3870339631" sldId="276"/>
            <ac:spMk id="7" creationId="{93DF82F6-6379-F215-18A6-C2A35BC7D0EE}"/>
          </ac:spMkLst>
        </pc:spChg>
        <pc:picChg chg="add mod">
          <ac:chgData name="Rosemary CARTER" userId="S::90795025@kew.vic.edu.au::f5eb7cac-558e-48d4-978f-c6683c08957e" providerId="AD" clId="Web-{00000000-0000-0000-0000-000000000000}" dt="2026-08-16T21:16:54.636" v="8" actId="1076"/>
          <ac:picMkLst>
            <pc:docMk/>
            <pc:sldMk cId="3870339631" sldId="276"/>
            <ac:picMk id="2" creationId="{0DB5699D-5819-0BF2-9157-484B09B6DFB4}"/>
          </ac:picMkLst>
        </pc:picChg>
        <pc:picChg chg="del">
          <ac:chgData name="Rosemary CARTER" userId="S::90795025@kew.vic.edu.au::f5eb7cac-558e-48d4-978f-c6683c08957e" providerId="AD" clId="Web-{00000000-0000-0000-0000-000000000000}" dt="2026-08-16T21:16:50.823" v="6"/>
          <ac:picMkLst>
            <pc:docMk/>
            <pc:sldMk cId="3870339631" sldId="276"/>
            <ac:picMk id="3" creationId="{4CC9B7A7-D6FA-F6C5-09FF-D821E1AB424A}"/>
          </ac:picMkLst>
        </pc:picChg>
      </pc:sldChg>
      <pc:sldChg chg="del">
        <pc:chgData name="Rosemary CARTER" userId="S::90795025@kew.vic.edu.au::f5eb7cac-558e-48d4-978f-c6683c08957e" providerId="AD" clId="Web-{00000000-0000-0000-0000-000000000000}" dt="2026-08-16T21:16:28.446" v="2"/>
        <pc:sldMkLst>
          <pc:docMk/>
          <pc:sldMk cId="4050221512" sldId="277"/>
        </pc:sldMkLst>
      </pc:sldChg>
      <pc:sldChg chg="modSp">
        <pc:chgData name="Rosemary CARTER" userId="S::90795025@kew.vic.edu.au::f5eb7cac-558e-48d4-978f-c6683c08957e" providerId="AD" clId="Web-{00000000-0000-0000-0000-000000000000}" dt="2026-08-16T21:17:39.826" v="11" actId="20577"/>
        <pc:sldMkLst>
          <pc:docMk/>
          <pc:sldMk cId="2590542665" sldId="282"/>
        </pc:sldMkLst>
        <pc:spChg chg="mod">
          <ac:chgData name="Rosemary CARTER" userId="S::90795025@kew.vic.edu.au::f5eb7cac-558e-48d4-978f-c6683c08957e" providerId="AD" clId="Web-{00000000-0000-0000-0000-000000000000}" dt="2026-08-16T21:17:39.826" v="11" actId="20577"/>
          <ac:spMkLst>
            <pc:docMk/>
            <pc:sldMk cId="2590542665" sldId="282"/>
            <ac:spMk id="3" creationId="{0B41A6B4-1CE2-FC35-C4DE-AD73990C15FC}"/>
          </ac:spMkLst>
        </pc:spChg>
      </pc:sldChg>
      <pc:sldChg chg="addSp modSp new">
        <pc:chgData name="Rosemary CARTER" userId="S::90795025@kew.vic.edu.au::f5eb7cac-558e-48d4-978f-c6683c08957e" providerId="AD" clId="Web-{00000000-0000-0000-0000-000000000000}" dt="2026-08-16T21:16:24.336" v="1"/>
        <pc:sldMkLst>
          <pc:docMk/>
          <pc:sldMk cId="1543372565" sldId="283"/>
        </pc:sldMkLst>
        <pc:picChg chg="add mod">
          <ac:chgData name="Rosemary CARTER" userId="S::90795025@kew.vic.edu.au::f5eb7cac-558e-48d4-978f-c6683c08957e" providerId="AD" clId="Web-{00000000-0000-0000-0000-000000000000}" dt="2026-08-16T21:16:24.336" v="1"/>
          <ac:picMkLst>
            <pc:docMk/>
            <pc:sldMk cId="1543372565" sldId="283"/>
            <ac:picMk id="4" creationId="{D4A4A992-A6D9-9339-47AC-3213DB5AB597}"/>
          </ac:picMkLst>
        </pc:pic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hyperlink" Target="mailto:wellbeing@kew.vic.edu"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mailto:wellbeing@kew.vic.edu" TargetMode="Externa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6E1DDF-5FDF-43B4-9396-1A5A61B14B24}" type="doc">
      <dgm:prSet loTypeId="urn:microsoft.com/office/officeart/2005/8/layout/vList2" loCatId="list" qsTypeId="urn:microsoft.com/office/officeart/2005/8/quickstyle/simple4#1" qsCatId="simple" csTypeId="urn:microsoft.com/office/officeart/2005/8/colors/accent1_2#1" csCatId="accent1" phldr="1"/>
      <dgm:spPr/>
      <dgm:t>
        <a:bodyPr/>
        <a:lstStyle/>
        <a:p>
          <a:endParaRPr lang="en-US"/>
        </a:p>
      </dgm:t>
    </dgm:pt>
    <dgm:pt modelId="{F4C67E88-249B-4DAE-9587-56789F536B18}">
      <dgm:prSet/>
      <dgm:spPr/>
      <dgm:t>
        <a:bodyPr/>
        <a:lstStyle/>
        <a:p>
          <a:r>
            <a:rPr lang="en-AU"/>
            <a:t>The KHS community welcome and support the opportunity to work with young people who want to explore the possibility of affirming their gender. </a:t>
          </a:r>
          <a:endParaRPr lang="en-US"/>
        </a:p>
      </dgm:t>
    </dgm:pt>
    <dgm:pt modelId="{37B2CDCB-EBCD-4035-A530-B1E1B012CB46}" type="parTrans" cxnId="{B44E819B-6A2F-4FE8-8DAE-C867648626DD}">
      <dgm:prSet/>
      <dgm:spPr/>
      <dgm:t>
        <a:bodyPr/>
        <a:lstStyle/>
        <a:p>
          <a:endParaRPr lang="en-US"/>
        </a:p>
      </dgm:t>
    </dgm:pt>
    <dgm:pt modelId="{D7EA1333-C227-4D58-96DC-A8FABE50AC11}" type="sibTrans" cxnId="{B44E819B-6A2F-4FE8-8DAE-C867648626DD}">
      <dgm:prSet/>
      <dgm:spPr/>
      <dgm:t>
        <a:bodyPr/>
        <a:lstStyle/>
        <a:p>
          <a:endParaRPr lang="en-US"/>
        </a:p>
      </dgm:t>
    </dgm:pt>
    <dgm:pt modelId="{18304E6E-9922-41A8-A9CA-CC4353812B45}">
      <dgm:prSet/>
      <dgm:spPr/>
      <dgm:t>
        <a:bodyPr/>
        <a:lstStyle/>
        <a:p>
          <a:r>
            <a:rPr lang="en-AU"/>
            <a:t>To start the conversation about affirming gender, students can write to:</a:t>
          </a:r>
          <a:endParaRPr lang="en-US"/>
        </a:p>
      </dgm:t>
    </dgm:pt>
    <dgm:pt modelId="{E3FC2038-794A-481B-8515-BE191ACBDC04}" type="parTrans" cxnId="{92944550-A3FD-4776-AAC8-C103B8374D0A}">
      <dgm:prSet/>
      <dgm:spPr/>
      <dgm:t>
        <a:bodyPr/>
        <a:lstStyle/>
        <a:p>
          <a:endParaRPr lang="en-US"/>
        </a:p>
      </dgm:t>
    </dgm:pt>
    <dgm:pt modelId="{D23AF7B2-4629-486F-9B37-DE149E192EF7}" type="sibTrans" cxnId="{92944550-A3FD-4776-AAC8-C103B8374D0A}">
      <dgm:prSet/>
      <dgm:spPr/>
      <dgm:t>
        <a:bodyPr/>
        <a:lstStyle/>
        <a:p>
          <a:endParaRPr lang="en-US"/>
        </a:p>
      </dgm:t>
    </dgm:pt>
    <dgm:pt modelId="{FA3E25A2-469F-4F19-8DF5-FAD351B95B84}">
      <dgm:prSet/>
      <dgm:spPr/>
      <dgm:t>
        <a:bodyPr/>
        <a:lstStyle/>
        <a:p>
          <a:r>
            <a:rPr lang="en-AU">
              <a:hlinkClick xmlns:r="http://schemas.openxmlformats.org/officeDocument/2006/relationships" r:id="rId1"/>
            </a:rPr>
            <a:t>wellbeing@kew.vic.edu</a:t>
          </a:r>
          <a:r>
            <a:rPr lang="en-AU"/>
            <a:t> </a:t>
          </a:r>
          <a:endParaRPr lang="en-US"/>
        </a:p>
      </dgm:t>
    </dgm:pt>
    <dgm:pt modelId="{912BF9DC-06B8-45AA-811A-2A968E02E36F}" type="parTrans" cxnId="{2EE0964D-8B8D-4E99-822E-E1CCC1271871}">
      <dgm:prSet/>
      <dgm:spPr/>
      <dgm:t>
        <a:bodyPr/>
        <a:lstStyle/>
        <a:p>
          <a:endParaRPr lang="en-US"/>
        </a:p>
      </dgm:t>
    </dgm:pt>
    <dgm:pt modelId="{DD69F2F1-3B52-45D9-A2C9-05149CB3258C}" type="sibTrans" cxnId="{2EE0964D-8B8D-4E99-822E-E1CCC1271871}">
      <dgm:prSet/>
      <dgm:spPr/>
      <dgm:t>
        <a:bodyPr/>
        <a:lstStyle/>
        <a:p>
          <a:endParaRPr lang="en-US"/>
        </a:p>
      </dgm:t>
    </dgm:pt>
    <dgm:pt modelId="{CFB02000-58E7-47E5-AA34-B7B07E0F6164}">
      <dgm:prSet/>
      <dgm:spPr/>
      <dgm:t>
        <a:bodyPr/>
        <a:lstStyle/>
        <a:p>
          <a:r>
            <a:rPr lang="en-AU"/>
            <a:t>Or to a specific member of the wellbeing team asking if they can make an appointment to discuss this further.</a:t>
          </a:r>
          <a:endParaRPr lang="en-US"/>
        </a:p>
      </dgm:t>
    </dgm:pt>
    <dgm:pt modelId="{05014580-6DAB-4B72-B064-2EA9A440C8F4}" type="parTrans" cxnId="{E93C2ED6-F398-4F5D-B800-C631A2B27683}">
      <dgm:prSet/>
      <dgm:spPr/>
      <dgm:t>
        <a:bodyPr/>
        <a:lstStyle/>
        <a:p>
          <a:endParaRPr lang="en-US"/>
        </a:p>
      </dgm:t>
    </dgm:pt>
    <dgm:pt modelId="{3B07A886-C540-4934-ABC6-8ECB104C8E41}" type="sibTrans" cxnId="{E93C2ED6-F398-4F5D-B800-C631A2B27683}">
      <dgm:prSet/>
      <dgm:spPr/>
      <dgm:t>
        <a:bodyPr/>
        <a:lstStyle/>
        <a:p>
          <a:endParaRPr lang="en-US"/>
        </a:p>
      </dgm:t>
    </dgm:pt>
    <dgm:pt modelId="{1A1F1B77-DFA9-4C80-B196-CC5509004168}" type="pres">
      <dgm:prSet presAssocID="{096E1DDF-5FDF-43B4-9396-1A5A61B14B24}" presName="linear" presStyleCnt="0">
        <dgm:presLayoutVars>
          <dgm:animLvl val="lvl"/>
          <dgm:resizeHandles val="exact"/>
        </dgm:presLayoutVars>
      </dgm:prSet>
      <dgm:spPr/>
    </dgm:pt>
    <dgm:pt modelId="{B258D48F-6A12-4877-A994-3428A84A6033}" type="pres">
      <dgm:prSet presAssocID="{F4C67E88-249B-4DAE-9587-56789F536B18}" presName="parentText" presStyleLbl="node1" presStyleIdx="0" presStyleCnt="4">
        <dgm:presLayoutVars>
          <dgm:chMax val="0"/>
          <dgm:bulletEnabled val="1"/>
        </dgm:presLayoutVars>
      </dgm:prSet>
      <dgm:spPr/>
    </dgm:pt>
    <dgm:pt modelId="{A6ED3103-4457-443D-AE5D-D22BA6EF5697}" type="pres">
      <dgm:prSet presAssocID="{D7EA1333-C227-4D58-96DC-A8FABE50AC11}" presName="spacer" presStyleCnt="0"/>
      <dgm:spPr/>
    </dgm:pt>
    <dgm:pt modelId="{5ABF218D-E1A2-48E3-A0A1-A02091E286BB}" type="pres">
      <dgm:prSet presAssocID="{18304E6E-9922-41A8-A9CA-CC4353812B45}" presName="parentText" presStyleLbl="node1" presStyleIdx="1" presStyleCnt="4">
        <dgm:presLayoutVars>
          <dgm:chMax val="0"/>
          <dgm:bulletEnabled val="1"/>
        </dgm:presLayoutVars>
      </dgm:prSet>
      <dgm:spPr/>
    </dgm:pt>
    <dgm:pt modelId="{AD177A48-A404-4788-A79C-7B9BFBEB8848}" type="pres">
      <dgm:prSet presAssocID="{D23AF7B2-4629-486F-9B37-DE149E192EF7}" presName="spacer" presStyleCnt="0"/>
      <dgm:spPr/>
    </dgm:pt>
    <dgm:pt modelId="{DBA02EF2-81E6-4EDA-A0E8-78BCF62C8B1C}" type="pres">
      <dgm:prSet presAssocID="{FA3E25A2-469F-4F19-8DF5-FAD351B95B84}" presName="parentText" presStyleLbl="node1" presStyleIdx="2" presStyleCnt="4">
        <dgm:presLayoutVars>
          <dgm:chMax val="0"/>
          <dgm:bulletEnabled val="1"/>
        </dgm:presLayoutVars>
      </dgm:prSet>
      <dgm:spPr/>
    </dgm:pt>
    <dgm:pt modelId="{C56AC500-1150-48C1-B3F1-4DE27725344C}" type="pres">
      <dgm:prSet presAssocID="{DD69F2F1-3B52-45D9-A2C9-05149CB3258C}" presName="spacer" presStyleCnt="0"/>
      <dgm:spPr/>
    </dgm:pt>
    <dgm:pt modelId="{99E587E4-FC1F-4EC7-BEF9-608775EAFBEA}" type="pres">
      <dgm:prSet presAssocID="{CFB02000-58E7-47E5-AA34-B7B07E0F6164}" presName="parentText" presStyleLbl="node1" presStyleIdx="3" presStyleCnt="4">
        <dgm:presLayoutVars>
          <dgm:chMax val="0"/>
          <dgm:bulletEnabled val="1"/>
        </dgm:presLayoutVars>
      </dgm:prSet>
      <dgm:spPr/>
    </dgm:pt>
  </dgm:ptLst>
  <dgm:cxnLst>
    <dgm:cxn modelId="{E2CF475C-EB63-43E9-AA81-281588555509}" type="presOf" srcId="{096E1DDF-5FDF-43B4-9396-1A5A61B14B24}" destId="{1A1F1B77-DFA9-4C80-B196-CC5509004168}" srcOrd="0" destOrd="0" presId="urn:microsoft.com/office/officeart/2005/8/layout/vList2"/>
    <dgm:cxn modelId="{4461EF45-67ED-467A-84ED-46148E11ED9B}" type="presOf" srcId="{CFB02000-58E7-47E5-AA34-B7B07E0F6164}" destId="{99E587E4-FC1F-4EC7-BEF9-608775EAFBEA}" srcOrd="0" destOrd="0" presId="urn:microsoft.com/office/officeart/2005/8/layout/vList2"/>
    <dgm:cxn modelId="{2EE0964D-8B8D-4E99-822E-E1CCC1271871}" srcId="{096E1DDF-5FDF-43B4-9396-1A5A61B14B24}" destId="{FA3E25A2-469F-4F19-8DF5-FAD351B95B84}" srcOrd="2" destOrd="0" parTransId="{912BF9DC-06B8-45AA-811A-2A968E02E36F}" sibTransId="{DD69F2F1-3B52-45D9-A2C9-05149CB3258C}"/>
    <dgm:cxn modelId="{92944550-A3FD-4776-AAC8-C103B8374D0A}" srcId="{096E1DDF-5FDF-43B4-9396-1A5A61B14B24}" destId="{18304E6E-9922-41A8-A9CA-CC4353812B45}" srcOrd="1" destOrd="0" parTransId="{E3FC2038-794A-481B-8515-BE191ACBDC04}" sibTransId="{D23AF7B2-4629-486F-9B37-DE149E192EF7}"/>
    <dgm:cxn modelId="{BC38A053-D8B0-41F9-B26C-35537B01D027}" type="presOf" srcId="{F4C67E88-249B-4DAE-9587-56789F536B18}" destId="{B258D48F-6A12-4877-A994-3428A84A6033}" srcOrd="0" destOrd="0" presId="urn:microsoft.com/office/officeart/2005/8/layout/vList2"/>
    <dgm:cxn modelId="{16E7088B-E7CB-4E7F-B90D-66AE6BC9E7B2}" type="presOf" srcId="{18304E6E-9922-41A8-A9CA-CC4353812B45}" destId="{5ABF218D-E1A2-48E3-A0A1-A02091E286BB}" srcOrd="0" destOrd="0" presId="urn:microsoft.com/office/officeart/2005/8/layout/vList2"/>
    <dgm:cxn modelId="{B44E819B-6A2F-4FE8-8DAE-C867648626DD}" srcId="{096E1DDF-5FDF-43B4-9396-1A5A61B14B24}" destId="{F4C67E88-249B-4DAE-9587-56789F536B18}" srcOrd="0" destOrd="0" parTransId="{37B2CDCB-EBCD-4035-A530-B1E1B012CB46}" sibTransId="{D7EA1333-C227-4D58-96DC-A8FABE50AC11}"/>
    <dgm:cxn modelId="{9725C0C6-EED1-4B6A-ADF9-40211DB4D2D3}" type="presOf" srcId="{FA3E25A2-469F-4F19-8DF5-FAD351B95B84}" destId="{DBA02EF2-81E6-4EDA-A0E8-78BCF62C8B1C}" srcOrd="0" destOrd="0" presId="urn:microsoft.com/office/officeart/2005/8/layout/vList2"/>
    <dgm:cxn modelId="{E93C2ED6-F398-4F5D-B800-C631A2B27683}" srcId="{096E1DDF-5FDF-43B4-9396-1A5A61B14B24}" destId="{CFB02000-58E7-47E5-AA34-B7B07E0F6164}" srcOrd="3" destOrd="0" parTransId="{05014580-6DAB-4B72-B064-2EA9A440C8F4}" sibTransId="{3B07A886-C540-4934-ABC6-8ECB104C8E41}"/>
    <dgm:cxn modelId="{7A2D45D7-B206-41F5-9D1B-A233E47A685E}" type="presParOf" srcId="{1A1F1B77-DFA9-4C80-B196-CC5509004168}" destId="{B258D48F-6A12-4877-A994-3428A84A6033}" srcOrd="0" destOrd="0" presId="urn:microsoft.com/office/officeart/2005/8/layout/vList2"/>
    <dgm:cxn modelId="{0A282ED3-E42C-44BB-AD46-91441EAC8F95}" type="presParOf" srcId="{1A1F1B77-DFA9-4C80-B196-CC5509004168}" destId="{A6ED3103-4457-443D-AE5D-D22BA6EF5697}" srcOrd="1" destOrd="0" presId="urn:microsoft.com/office/officeart/2005/8/layout/vList2"/>
    <dgm:cxn modelId="{5DCAFC7A-9E1F-4590-8AFB-D353744A8CA2}" type="presParOf" srcId="{1A1F1B77-DFA9-4C80-B196-CC5509004168}" destId="{5ABF218D-E1A2-48E3-A0A1-A02091E286BB}" srcOrd="2" destOrd="0" presId="urn:microsoft.com/office/officeart/2005/8/layout/vList2"/>
    <dgm:cxn modelId="{EDCF7369-5D5B-4F67-9289-F77C8497CEF8}" type="presParOf" srcId="{1A1F1B77-DFA9-4C80-B196-CC5509004168}" destId="{AD177A48-A404-4788-A79C-7B9BFBEB8848}" srcOrd="3" destOrd="0" presId="urn:microsoft.com/office/officeart/2005/8/layout/vList2"/>
    <dgm:cxn modelId="{8CB12EC1-AE13-4008-81FE-F7605C575A46}" type="presParOf" srcId="{1A1F1B77-DFA9-4C80-B196-CC5509004168}" destId="{DBA02EF2-81E6-4EDA-A0E8-78BCF62C8B1C}" srcOrd="4" destOrd="0" presId="urn:microsoft.com/office/officeart/2005/8/layout/vList2"/>
    <dgm:cxn modelId="{166AAB59-0CEC-4752-B4EF-42D1433FB91E}" type="presParOf" srcId="{1A1F1B77-DFA9-4C80-B196-CC5509004168}" destId="{C56AC500-1150-48C1-B3F1-4DE27725344C}" srcOrd="5" destOrd="0" presId="urn:microsoft.com/office/officeart/2005/8/layout/vList2"/>
    <dgm:cxn modelId="{6C4569A1-E517-409D-8CBD-0E15969890CF}" type="presParOf" srcId="{1A1F1B77-DFA9-4C80-B196-CC5509004168}" destId="{99E587E4-FC1F-4EC7-BEF9-608775EAFBE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E1C796-74BB-47E4-A60E-E34C316E40ED}" type="doc">
      <dgm:prSet loTypeId="urn:microsoft.com/office/officeart/2016/7/layout/VerticalHollowActionList" loCatId="List" qsTypeId="urn:microsoft.com/office/officeart/2005/8/quickstyle/simple4#2" qsCatId="simple" csTypeId="urn:microsoft.com/office/officeart/2005/8/colors/colorful5#1" csCatId="colorful" phldr="1"/>
      <dgm:spPr/>
      <dgm:t>
        <a:bodyPr/>
        <a:lstStyle/>
        <a:p>
          <a:endParaRPr lang="en-US"/>
        </a:p>
      </dgm:t>
    </dgm:pt>
    <dgm:pt modelId="{40C4E531-3E19-4A8A-B09D-CCD89BFBFED4}">
      <dgm:prSet/>
      <dgm:spPr/>
      <dgm:t>
        <a:bodyPr/>
        <a:lstStyle/>
        <a:p>
          <a:r>
            <a:rPr lang="en-US"/>
            <a:t>Changing</a:t>
          </a:r>
        </a:p>
      </dgm:t>
    </dgm:pt>
    <dgm:pt modelId="{67258B89-F629-493F-B410-AA62BD475A72}" type="parTrans" cxnId="{F1D57C12-48E5-4EE8-9372-FF6185603C92}">
      <dgm:prSet/>
      <dgm:spPr/>
      <dgm:t>
        <a:bodyPr/>
        <a:lstStyle/>
        <a:p>
          <a:endParaRPr lang="en-US"/>
        </a:p>
      </dgm:t>
    </dgm:pt>
    <dgm:pt modelId="{62C9B1AF-8AE2-4150-B063-7F9B25FE2C22}" type="sibTrans" cxnId="{F1D57C12-48E5-4EE8-9372-FF6185603C92}">
      <dgm:prSet/>
      <dgm:spPr/>
      <dgm:t>
        <a:bodyPr/>
        <a:lstStyle/>
        <a:p>
          <a:endParaRPr lang="en-US"/>
        </a:p>
      </dgm:t>
    </dgm:pt>
    <dgm:pt modelId="{A7D64A02-39EA-447F-8E83-C10D90F371D8}">
      <dgm:prSet custT="1"/>
      <dgm:spPr/>
      <dgm:t>
        <a:bodyPr/>
        <a:lstStyle/>
        <a:p>
          <a:r>
            <a:rPr lang="en-AU" sz="1800" i="0"/>
            <a:t>Changing the gender listed on Compass, class lists and related documents </a:t>
          </a:r>
          <a:r>
            <a:rPr lang="en-AU" sz="1800" i="1"/>
            <a:t>(male, female, X)</a:t>
          </a:r>
          <a:endParaRPr lang="en-US" sz="1800"/>
        </a:p>
      </dgm:t>
    </dgm:pt>
    <dgm:pt modelId="{2B55F946-5607-4DFD-93C0-6D932E7ADBB0}" type="parTrans" cxnId="{E4DB5574-7E53-4C6F-BD5A-04CA7EC38DB5}">
      <dgm:prSet/>
      <dgm:spPr/>
      <dgm:t>
        <a:bodyPr/>
        <a:lstStyle/>
        <a:p>
          <a:endParaRPr lang="en-US"/>
        </a:p>
      </dgm:t>
    </dgm:pt>
    <dgm:pt modelId="{51370146-6338-439D-99E2-45A621F0CC14}" type="sibTrans" cxnId="{E4DB5574-7E53-4C6F-BD5A-04CA7EC38DB5}">
      <dgm:prSet/>
      <dgm:spPr/>
      <dgm:t>
        <a:bodyPr/>
        <a:lstStyle/>
        <a:p>
          <a:endParaRPr lang="en-US"/>
        </a:p>
      </dgm:t>
    </dgm:pt>
    <dgm:pt modelId="{492B9624-4FC8-4ACB-953C-F1B55AC20986}">
      <dgm:prSet/>
      <dgm:spPr/>
      <dgm:t>
        <a:bodyPr/>
        <a:lstStyle/>
        <a:p>
          <a:r>
            <a:rPr lang="en-US"/>
            <a:t>Choosing</a:t>
          </a:r>
        </a:p>
      </dgm:t>
    </dgm:pt>
    <dgm:pt modelId="{E74C0019-7657-4206-87FA-C4EEB7D68499}" type="parTrans" cxnId="{171DD1A6-69E2-4B81-AE6A-955201AB0D2A}">
      <dgm:prSet/>
      <dgm:spPr/>
      <dgm:t>
        <a:bodyPr/>
        <a:lstStyle/>
        <a:p>
          <a:endParaRPr lang="en-US"/>
        </a:p>
      </dgm:t>
    </dgm:pt>
    <dgm:pt modelId="{D6A55828-533C-4190-A587-6AD0C7E32040}" type="sibTrans" cxnId="{171DD1A6-69E2-4B81-AE6A-955201AB0D2A}">
      <dgm:prSet/>
      <dgm:spPr/>
      <dgm:t>
        <a:bodyPr/>
        <a:lstStyle/>
        <a:p>
          <a:endParaRPr lang="en-US"/>
        </a:p>
      </dgm:t>
    </dgm:pt>
    <dgm:pt modelId="{8A7C1BBF-9FB5-4FB3-A713-9F2EF346FBAA}">
      <dgm:prSet custT="1"/>
      <dgm:spPr/>
      <dgm:t>
        <a:bodyPr/>
        <a:lstStyle/>
        <a:p>
          <a:r>
            <a:rPr lang="en-US" sz="1800" i="0"/>
            <a:t>Choosing a new name </a:t>
          </a:r>
          <a:r>
            <a:rPr lang="en-AU" sz="1800" i="0"/>
            <a:t>that may better reflect their gender</a:t>
          </a:r>
          <a:r>
            <a:rPr lang="en-US" sz="1800" i="0"/>
            <a:t> </a:t>
          </a:r>
        </a:p>
      </dgm:t>
    </dgm:pt>
    <dgm:pt modelId="{0CCC3E7C-37B7-4EE9-9164-E26FE15DC8D3}" type="parTrans" cxnId="{BFAACF4F-0F58-4CBD-BDC2-1E6746F16C97}">
      <dgm:prSet/>
      <dgm:spPr/>
      <dgm:t>
        <a:bodyPr/>
        <a:lstStyle/>
        <a:p>
          <a:endParaRPr lang="en-US"/>
        </a:p>
      </dgm:t>
    </dgm:pt>
    <dgm:pt modelId="{30142CEB-9491-4385-B6E4-765A0ADE99AA}" type="sibTrans" cxnId="{BFAACF4F-0F58-4CBD-BDC2-1E6746F16C97}">
      <dgm:prSet/>
      <dgm:spPr/>
      <dgm:t>
        <a:bodyPr/>
        <a:lstStyle/>
        <a:p>
          <a:endParaRPr lang="en-US"/>
        </a:p>
      </dgm:t>
    </dgm:pt>
    <dgm:pt modelId="{498E1CFA-4D48-41BD-BBC7-7A9986B505D4}">
      <dgm:prSet/>
      <dgm:spPr/>
      <dgm:t>
        <a:bodyPr/>
        <a:lstStyle/>
        <a:p>
          <a:r>
            <a:rPr lang="en-US"/>
            <a:t>Clothing</a:t>
          </a:r>
        </a:p>
      </dgm:t>
    </dgm:pt>
    <dgm:pt modelId="{C3EFA13B-30B9-4244-BA7D-5FA930A041B3}" type="parTrans" cxnId="{E8F02266-A300-4828-B739-F6F50763EF77}">
      <dgm:prSet/>
      <dgm:spPr/>
      <dgm:t>
        <a:bodyPr/>
        <a:lstStyle/>
        <a:p>
          <a:endParaRPr lang="en-US"/>
        </a:p>
      </dgm:t>
    </dgm:pt>
    <dgm:pt modelId="{EFBB2BD0-ECE6-45BE-87A3-7D3196B16918}" type="sibTrans" cxnId="{E8F02266-A300-4828-B739-F6F50763EF77}">
      <dgm:prSet/>
      <dgm:spPr/>
      <dgm:t>
        <a:bodyPr/>
        <a:lstStyle/>
        <a:p>
          <a:endParaRPr lang="en-US"/>
        </a:p>
      </dgm:t>
    </dgm:pt>
    <dgm:pt modelId="{F4E40BF4-9E08-43E3-8DDB-6247BE6E5BA8}">
      <dgm:prSet custT="1"/>
      <dgm:spPr/>
      <dgm:t>
        <a:bodyPr/>
        <a:lstStyle/>
        <a:p>
          <a:r>
            <a:rPr lang="en-US" sz="1800"/>
            <a:t>KHS currently has a non-gendered uniform. There is no such thing here as a Male/Female uniform </a:t>
          </a:r>
        </a:p>
      </dgm:t>
    </dgm:pt>
    <dgm:pt modelId="{6AB74B71-6311-4960-B0C9-466B691F807D}" type="parTrans" cxnId="{1BA54FF4-2833-4A5A-8613-288DA99595A1}">
      <dgm:prSet/>
      <dgm:spPr/>
      <dgm:t>
        <a:bodyPr/>
        <a:lstStyle/>
        <a:p>
          <a:endParaRPr lang="en-US"/>
        </a:p>
      </dgm:t>
    </dgm:pt>
    <dgm:pt modelId="{FA31F264-F7A6-4B93-8CFA-CA23C7E783B2}" type="sibTrans" cxnId="{1BA54FF4-2833-4A5A-8613-288DA99595A1}">
      <dgm:prSet/>
      <dgm:spPr/>
      <dgm:t>
        <a:bodyPr/>
        <a:lstStyle/>
        <a:p>
          <a:endParaRPr lang="en-US"/>
        </a:p>
      </dgm:t>
    </dgm:pt>
    <dgm:pt modelId="{004EB1EA-8E1D-43A6-9496-34A3CC57432E}">
      <dgm:prSet/>
      <dgm:spPr/>
      <dgm:t>
        <a:bodyPr/>
        <a:lstStyle/>
        <a:p>
          <a:r>
            <a:rPr lang="en-US"/>
            <a:t>Using</a:t>
          </a:r>
        </a:p>
      </dgm:t>
    </dgm:pt>
    <dgm:pt modelId="{8B6AD49C-CE53-4C59-ADE5-908A7144AFCA}" type="parTrans" cxnId="{CEEAB85F-1C59-4D2D-9C94-8F645393C960}">
      <dgm:prSet/>
      <dgm:spPr/>
      <dgm:t>
        <a:bodyPr/>
        <a:lstStyle/>
        <a:p>
          <a:endParaRPr lang="en-US"/>
        </a:p>
      </dgm:t>
    </dgm:pt>
    <dgm:pt modelId="{BCC8AF99-739F-4383-8664-D79A6ED638A7}" type="sibTrans" cxnId="{CEEAB85F-1C59-4D2D-9C94-8F645393C960}">
      <dgm:prSet/>
      <dgm:spPr/>
      <dgm:t>
        <a:bodyPr/>
        <a:lstStyle/>
        <a:p>
          <a:endParaRPr lang="en-US"/>
        </a:p>
      </dgm:t>
    </dgm:pt>
    <dgm:pt modelId="{333CAF6C-499F-4919-8806-356130036E2A}">
      <dgm:prSet custT="1"/>
      <dgm:spPr/>
      <dgm:t>
        <a:bodyPr/>
        <a:lstStyle/>
        <a:p>
          <a:r>
            <a:rPr lang="en-US" sz="1800"/>
            <a:t>Using the facilities that align with their affirmed gender</a:t>
          </a:r>
        </a:p>
      </dgm:t>
    </dgm:pt>
    <dgm:pt modelId="{C097B26A-A497-47D0-881A-5DEE3E7E5D42}" type="parTrans" cxnId="{8FBD1F30-3A56-49B3-B066-C7C2FEC1D39A}">
      <dgm:prSet/>
      <dgm:spPr/>
      <dgm:t>
        <a:bodyPr/>
        <a:lstStyle/>
        <a:p>
          <a:endParaRPr lang="en-US"/>
        </a:p>
      </dgm:t>
    </dgm:pt>
    <dgm:pt modelId="{1DDED4D1-0A2B-48C4-8936-35A2DCA60F2F}" type="sibTrans" cxnId="{8FBD1F30-3A56-49B3-B066-C7C2FEC1D39A}">
      <dgm:prSet/>
      <dgm:spPr/>
      <dgm:t>
        <a:bodyPr/>
        <a:lstStyle/>
        <a:p>
          <a:endParaRPr lang="en-US"/>
        </a:p>
      </dgm:t>
    </dgm:pt>
    <dgm:pt modelId="{34F5BA19-83E5-4454-B2F8-D0A14D530EF6}">
      <dgm:prSet/>
      <dgm:spPr/>
      <dgm:t>
        <a:bodyPr/>
        <a:lstStyle/>
        <a:p>
          <a:r>
            <a:rPr lang="en-US"/>
            <a:t>Amending</a:t>
          </a:r>
        </a:p>
      </dgm:t>
    </dgm:pt>
    <dgm:pt modelId="{7A330EE5-F9C5-41EC-8F02-925D6E2FA914}" type="parTrans" cxnId="{A818F106-EE71-4E26-8982-1F3126E544E1}">
      <dgm:prSet/>
      <dgm:spPr/>
      <dgm:t>
        <a:bodyPr/>
        <a:lstStyle/>
        <a:p>
          <a:endParaRPr lang="en-US"/>
        </a:p>
      </dgm:t>
    </dgm:pt>
    <dgm:pt modelId="{BECF1920-3DB9-4BCF-A2F4-17234668315B}" type="sibTrans" cxnId="{A818F106-EE71-4E26-8982-1F3126E544E1}">
      <dgm:prSet/>
      <dgm:spPr/>
      <dgm:t>
        <a:bodyPr/>
        <a:lstStyle/>
        <a:p>
          <a:endParaRPr lang="en-US"/>
        </a:p>
      </dgm:t>
    </dgm:pt>
    <dgm:pt modelId="{23FF2D8B-1632-4213-B699-A520097F09DA}">
      <dgm:prSet custT="1"/>
      <dgm:spPr/>
      <dgm:t>
        <a:bodyPr/>
        <a:lstStyle/>
        <a:p>
          <a:r>
            <a:rPr lang="en-US" sz="1800"/>
            <a:t>Amending documents to match their gender identity, e.g., school records </a:t>
          </a:r>
        </a:p>
      </dgm:t>
    </dgm:pt>
    <dgm:pt modelId="{DD281F66-BE09-4333-99FA-53D2B31064A3}" type="parTrans" cxnId="{296D5300-A4B3-49D4-B344-9560B67781CB}">
      <dgm:prSet/>
      <dgm:spPr/>
      <dgm:t>
        <a:bodyPr/>
        <a:lstStyle/>
        <a:p>
          <a:endParaRPr lang="en-US"/>
        </a:p>
      </dgm:t>
    </dgm:pt>
    <dgm:pt modelId="{F9179C39-8892-44F9-9148-5DD794B2BA68}" type="sibTrans" cxnId="{296D5300-A4B3-49D4-B344-9560B67781CB}">
      <dgm:prSet/>
      <dgm:spPr/>
      <dgm:t>
        <a:bodyPr/>
        <a:lstStyle/>
        <a:p>
          <a:endParaRPr lang="en-US"/>
        </a:p>
      </dgm:t>
    </dgm:pt>
    <dgm:pt modelId="{A602A6D4-AD04-4D56-9A6A-B576A0A88535}">
      <dgm:prSet/>
      <dgm:spPr/>
      <dgm:t>
        <a:bodyPr/>
        <a:lstStyle/>
        <a:p>
          <a:r>
            <a:rPr lang="en-US"/>
            <a:t>Participating</a:t>
          </a:r>
        </a:p>
      </dgm:t>
    </dgm:pt>
    <dgm:pt modelId="{BBDC36E3-E220-41A1-900B-03BFEFD189F1}" type="parTrans" cxnId="{D9CD5FDD-E6C1-4962-8046-50094A9DEA50}">
      <dgm:prSet/>
      <dgm:spPr/>
      <dgm:t>
        <a:bodyPr/>
        <a:lstStyle/>
        <a:p>
          <a:endParaRPr lang="en-US"/>
        </a:p>
      </dgm:t>
    </dgm:pt>
    <dgm:pt modelId="{BCE14E17-93DA-4198-BE80-8515DDE24C27}" type="sibTrans" cxnId="{D9CD5FDD-E6C1-4962-8046-50094A9DEA50}">
      <dgm:prSet/>
      <dgm:spPr/>
      <dgm:t>
        <a:bodyPr/>
        <a:lstStyle/>
        <a:p>
          <a:endParaRPr lang="en-US"/>
        </a:p>
      </dgm:t>
    </dgm:pt>
    <dgm:pt modelId="{BAD82EED-0C7F-49F2-8E80-0A018EEB2F72}">
      <dgm:prSet custT="1"/>
      <dgm:spPr/>
      <dgm:t>
        <a:bodyPr/>
        <a:lstStyle/>
        <a:p>
          <a:r>
            <a:rPr lang="en-US" sz="1800"/>
            <a:t>Participating in activities in alignment with their gender identity, e.g., sport</a:t>
          </a:r>
        </a:p>
      </dgm:t>
    </dgm:pt>
    <dgm:pt modelId="{7FF3A89F-975E-4466-91EC-4D065FF31BDB}" type="parTrans" cxnId="{4B4276B4-EC44-433E-A937-ACCD7C94EAEA}">
      <dgm:prSet/>
      <dgm:spPr/>
      <dgm:t>
        <a:bodyPr/>
        <a:lstStyle/>
        <a:p>
          <a:endParaRPr lang="en-US"/>
        </a:p>
      </dgm:t>
    </dgm:pt>
    <dgm:pt modelId="{B9A9CB86-2458-4E0B-B6C1-365A60D43BD6}" type="sibTrans" cxnId="{4B4276B4-EC44-433E-A937-ACCD7C94EAEA}">
      <dgm:prSet/>
      <dgm:spPr/>
      <dgm:t>
        <a:bodyPr/>
        <a:lstStyle/>
        <a:p>
          <a:endParaRPr lang="en-US"/>
        </a:p>
      </dgm:t>
    </dgm:pt>
    <dgm:pt modelId="{05419882-A200-487D-87D3-7CAF631405DA}">
      <dgm:prSet/>
      <dgm:spPr/>
      <dgm:t>
        <a:bodyPr/>
        <a:lstStyle/>
        <a:p>
          <a:r>
            <a:rPr lang="en-AU"/>
            <a:t>Changing</a:t>
          </a:r>
        </a:p>
      </dgm:t>
    </dgm:pt>
    <dgm:pt modelId="{5FB19D49-9872-4E6E-9107-8AE70C3F74A7}" type="parTrans" cxnId="{6B7A9AD4-1424-4BC4-A5E5-24F7C2FD9DCB}">
      <dgm:prSet/>
      <dgm:spPr/>
      <dgm:t>
        <a:bodyPr/>
        <a:lstStyle/>
        <a:p>
          <a:endParaRPr lang="en-AU"/>
        </a:p>
      </dgm:t>
    </dgm:pt>
    <dgm:pt modelId="{75A8EE32-F688-40E7-B94D-024C51674092}" type="sibTrans" cxnId="{6B7A9AD4-1424-4BC4-A5E5-24F7C2FD9DCB}">
      <dgm:prSet/>
      <dgm:spPr/>
      <dgm:t>
        <a:bodyPr/>
        <a:lstStyle/>
        <a:p>
          <a:endParaRPr lang="en-AU"/>
        </a:p>
      </dgm:t>
    </dgm:pt>
    <dgm:pt modelId="{A4BF3330-13AD-438D-919B-42FDAEF31509}">
      <dgm:prSet custT="1"/>
      <dgm:spPr/>
      <dgm:t>
        <a:bodyPr/>
        <a:lstStyle/>
        <a:p>
          <a:r>
            <a:rPr lang="en-AU" sz="1800" i="0"/>
            <a:t>Changing pronouns on Compass, reports and other school documents </a:t>
          </a:r>
          <a:r>
            <a:rPr lang="en-AU" sz="1800" i="1"/>
            <a:t>(She/her, he/him, they, them etc)</a:t>
          </a:r>
          <a:endParaRPr lang="en-AU" sz="1800"/>
        </a:p>
      </dgm:t>
    </dgm:pt>
    <dgm:pt modelId="{DB338A04-CBE6-4E85-8CD0-E5B227A892D3}" type="parTrans" cxnId="{85677C7D-7143-426F-89F5-B93C6BD669C4}">
      <dgm:prSet/>
      <dgm:spPr/>
      <dgm:t>
        <a:bodyPr/>
        <a:lstStyle/>
        <a:p>
          <a:endParaRPr lang="en-AU"/>
        </a:p>
      </dgm:t>
    </dgm:pt>
    <dgm:pt modelId="{1858329D-953B-4B3D-AE15-64FFED6C47EC}" type="sibTrans" cxnId="{85677C7D-7143-426F-89F5-B93C6BD669C4}">
      <dgm:prSet/>
      <dgm:spPr/>
      <dgm:t>
        <a:bodyPr/>
        <a:lstStyle/>
        <a:p>
          <a:endParaRPr lang="en-AU"/>
        </a:p>
      </dgm:t>
    </dgm:pt>
    <dgm:pt modelId="{423E916A-EFAD-4A7E-ACC7-D4DB4153A205}" type="pres">
      <dgm:prSet presAssocID="{90E1C796-74BB-47E4-A60E-E34C316E40ED}" presName="Name0" presStyleCnt="0">
        <dgm:presLayoutVars>
          <dgm:dir/>
          <dgm:animLvl val="lvl"/>
          <dgm:resizeHandles val="exact"/>
        </dgm:presLayoutVars>
      </dgm:prSet>
      <dgm:spPr/>
    </dgm:pt>
    <dgm:pt modelId="{79B16D0E-66E9-47D1-9EBC-8444D29BDECE}" type="pres">
      <dgm:prSet presAssocID="{40C4E531-3E19-4A8A-B09D-CCD89BFBFED4}" presName="linNode" presStyleCnt="0"/>
      <dgm:spPr/>
    </dgm:pt>
    <dgm:pt modelId="{3CBE9E3E-E4F5-4949-85A7-DE32FC7FC9A2}" type="pres">
      <dgm:prSet presAssocID="{40C4E531-3E19-4A8A-B09D-CCD89BFBFED4}" presName="parentText" presStyleLbl="solidFgAcc1" presStyleIdx="0" presStyleCnt="7">
        <dgm:presLayoutVars>
          <dgm:chMax val="1"/>
          <dgm:bulletEnabled/>
        </dgm:presLayoutVars>
      </dgm:prSet>
      <dgm:spPr/>
    </dgm:pt>
    <dgm:pt modelId="{8141A95D-50B3-44B1-90A9-67C822E2BF99}" type="pres">
      <dgm:prSet presAssocID="{40C4E531-3E19-4A8A-B09D-CCD89BFBFED4}" presName="descendantText" presStyleLbl="alignNode1" presStyleIdx="0" presStyleCnt="7">
        <dgm:presLayoutVars>
          <dgm:bulletEnabled/>
        </dgm:presLayoutVars>
      </dgm:prSet>
      <dgm:spPr/>
    </dgm:pt>
    <dgm:pt modelId="{2A2F89C8-9A28-4604-8B6B-B0FDB6A9D7DA}" type="pres">
      <dgm:prSet presAssocID="{62C9B1AF-8AE2-4150-B063-7F9B25FE2C22}" presName="sp" presStyleCnt="0"/>
      <dgm:spPr/>
    </dgm:pt>
    <dgm:pt modelId="{6E0021E2-6AC5-4EA8-9FA4-A70FE9B16EA1}" type="pres">
      <dgm:prSet presAssocID="{05419882-A200-487D-87D3-7CAF631405DA}" presName="linNode" presStyleCnt="0"/>
      <dgm:spPr/>
    </dgm:pt>
    <dgm:pt modelId="{10EFB217-7D2E-4053-A12F-FB044E306643}" type="pres">
      <dgm:prSet presAssocID="{05419882-A200-487D-87D3-7CAF631405DA}" presName="parentText" presStyleLbl="solidFgAcc1" presStyleIdx="1" presStyleCnt="7">
        <dgm:presLayoutVars>
          <dgm:chMax val="1"/>
          <dgm:bulletEnabled/>
        </dgm:presLayoutVars>
      </dgm:prSet>
      <dgm:spPr/>
    </dgm:pt>
    <dgm:pt modelId="{17F65865-7E0D-4E3E-88FD-E4FEBB64C451}" type="pres">
      <dgm:prSet presAssocID="{05419882-A200-487D-87D3-7CAF631405DA}" presName="descendantText" presStyleLbl="alignNode1" presStyleIdx="1" presStyleCnt="7">
        <dgm:presLayoutVars>
          <dgm:bulletEnabled/>
        </dgm:presLayoutVars>
      </dgm:prSet>
      <dgm:spPr/>
    </dgm:pt>
    <dgm:pt modelId="{D3AF4F02-E50E-4E7C-ADAA-97F2B3ECEF47}" type="pres">
      <dgm:prSet presAssocID="{75A8EE32-F688-40E7-B94D-024C51674092}" presName="sp" presStyleCnt="0"/>
      <dgm:spPr/>
    </dgm:pt>
    <dgm:pt modelId="{D4A39572-F85B-4296-94DB-4DD9424AC7D9}" type="pres">
      <dgm:prSet presAssocID="{492B9624-4FC8-4ACB-953C-F1B55AC20986}" presName="linNode" presStyleCnt="0"/>
      <dgm:spPr/>
    </dgm:pt>
    <dgm:pt modelId="{46D69502-FEA4-4B5A-9339-94EE8B3E0767}" type="pres">
      <dgm:prSet presAssocID="{492B9624-4FC8-4ACB-953C-F1B55AC20986}" presName="parentText" presStyleLbl="solidFgAcc1" presStyleIdx="2" presStyleCnt="7">
        <dgm:presLayoutVars>
          <dgm:chMax val="1"/>
          <dgm:bulletEnabled/>
        </dgm:presLayoutVars>
      </dgm:prSet>
      <dgm:spPr/>
    </dgm:pt>
    <dgm:pt modelId="{630C15EE-88C8-4B31-8ABF-6B36EDAE44C2}" type="pres">
      <dgm:prSet presAssocID="{492B9624-4FC8-4ACB-953C-F1B55AC20986}" presName="descendantText" presStyleLbl="alignNode1" presStyleIdx="2" presStyleCnt="7">
        <dgm:presLayoutVars>
          <dgm:bulletEnabled/>
        </dgm:presLayoutVars>
      </dgm:prSet>
      <dgm:spPr/>
    </dgm:pt>
    <dgm:pt modelId="{35852F29-EC9E-46E5-A6FE-92F1694C6803}" type="pres">
      <dgm:prSet presAssocID="{D6A55828-533C-4190-A587-6AD0C7E32040}" presName="sp" presStyleCnt="0"/>
      <dgm:spPr/>
    </dgm:pt>
    <dgm:pt modelId="{D131E198-1FBD-4110-AE5B-9E86CCA97F3F}" type="pres">
      <dgm:prSet presAssocID="{498E1CFA-4D48-41BD-BBC7-7A9986B505D4}" presName="linNode" presStyleCnt="0"/>
      <dgm:spPr/>
    </dgm:pt>
    <dgm:pt modelId="{BC6EC025-A2AE-49F7-9DAC-18AF1E37BC8E}" type="pres">
      <dgm:prSet presAssocID="{498E1CFA-4D48-41BD-BBC7-7A9986B505D4}" presName="parentText" presStyleLbl="solidFgAcc1" presStyleIdx="3" presStyleCnt="7">
        <dgm:presLayoutVars>
          <dgm:chMax val="1"/>
          <dgm:bulletEnabled/>
        </dgm:presLayoutVars>
      </dgm:prSet>
      <dgm:spPr/>
    </dgm:pt>
    <dgm:pt modelId="{C8873604-2546-43C0-9FA7-B6A7A4FFEE3C}" type="pres">
      <dgm:prSet presAssocID="{498E1CFA-4D48-41BD-BBC7-7A9986B505D4}" presName="descendantText" presStyleLbl="alignNode1" presStyleIdx="3" presStyleCnt="7">
        <dgm:presLayoutVars>
          <dgm:bulletEnabled/>
        </dgm:presLayoutVars>
      </dgm:prSet>
      <dgm:spPr/>
    </dgm:pt>
    <dgm:pt modelId="{895674AB-8BB1-4FC9-8715-BB446300680C}" type="pres">
      <dgm:prSet presAssocID="{EFBB2BD0-ECE6-45BE-87A3-7D3196B16918}" presName="sp" presStyleCnt="0"/>
      <dgm:spPr/>
    </dgm:pt>
    <dgm:pt modelId="{34076878-61E9-4C10-88F9-334F4FE6D96B}" type="pres">
      <dgm:prSet presAssocID="{004EB1EA-8E1D-43A6-9496-34A3CC57432E}" presName="linNode" presStyleCnt="0"/>
      <dgm:spPr/>
    </dgm:pt>
    <dgm:pt modelId="{D0BFB96F-1D6A-4EE0-83E8-519FB2582E0E}" type="pres">
      <dgm:prSet presAssocID="{004EB1EA-8E1D-43A6-9496-34A3CC57432E}" presName="parentText" presStyleLbl="solidFgAcc1" presStyleIdx="4" presStyleCnt="7">
        <dgm:presLayoutVars>
          <dgm:chMax val="1"/>
          <dgm:bulletEnabled/>
        </dgm:presLayoutVars>
      </dgm:prSet>
      <dgm:spPr/>
    </dgm:pt>
    <dgm:pt modelId="{CDB74FC9-A540-4767-91A7-8A11240EF398}" type="pres">
      <dgm:prSet presAssocID="{004EB1EA-8E1D-43A6-9496-34A3CC57432E}" presName="descendantText" presStyleLbl="alignNode1" presStyleIdx="4" presStyleCnt="7">
        <dgm:presLayoutVars>
          <dgm:bulletEnabled/>
        </dgm:presLayoutVars>
      </dgm:prSet>
      <dgm:spPr/>
    </dgm:pt>
    <dgm:pt modelId="{B410299B-05A1-40D5-8CD4-DF6235106CBC}" type="pres">
      <dgm:prSet presAssocID="{BCC8AF99-739F-4383-8664-D79A6ED638A7}" presName="sp" presStyleCnt="0"/>
      <dgm:spPr/>
    </dgm:pt>
    <dgm:pt modelId="{6B30DC6A-BDA5-4EE4-AEF0-C1E5DC76B7BD}" type="pres">
      <dgm:prSet presAssocID="{34F5BA19-83E5-4454-B2F8-D0A14D530EF6}" presName="linNode" presStyleCnt="0"/>
      <dgm:spPr/>
    </dgm:pt>
    <dgm:pt modelId="{EBA3116B-A3A3-4698-A1DE-6E05D0620AC8}" type="pres">
      <dgm:prSet presAssocID="{34F5BA19-83E5-4454-B2F8-D0A14D530EF6}" presName="parentText" presStyleLbl="solidFgAcc1" presStyleIdx="5" presStyleCnt="7">
        <dgm:presLayoutVars>
          <dgm:chMax val="1"/>
          <dgm:bulletEnabled/>
        </dgm:presLayoutVars>
      </dgm:prSet>
      <dgm:spPr/>
    </dgm:pt>
    <dgm:pt modelId="{7F9C991C-59C0-494B-8DF7-44487363D692}" type="pres">
      <dgm:prSet presAssocID="{34F5BA19-83E5-4454-B2F8-D0A14D530EF6}" presName="descendantText" presStyleLbl="alignNode1" presStyleIdx="5" presStyleCnt="7">
        <dgm:presLayoutVars>
          <dgm:bulletEnabled/>
        </dgm:presLayoutVars>
      </dgm:prSet>
      <dgm:spPr/>
    </dgm:pt>
    <dgm:pt modelId="{9934074E-3823-4338-8BEB-3E40DC351371}" type="pres">
      <dgm:prSet presAssocID="{BECF1920-3DB9-4BCF-A2F4-17234668315B}" presName="sp" presStyleCnt="0"/>
      <dgm:spPr/>
    </dgm:pt>
    <dgm:pt modelId="{B6B91CD8-85F0-4F36-AE7B-62F9A3D811DE}" type="pres">
      <dgm:prSet presAssocID="{A602A6D4-AD04-4D56-9A6A-B576A0A88535}" presName="linNode" presStyleCnt="0"/>
      <dgm:spPr/>
    </dgm:pt>
    <dgm:pt modelId="{09EC22B1-B1C9-4DB6-8CB6-C114A7869E2E}" type="pres">
      <dgm:prSet presAssocID="{A602A6D4-AD04-4D56-9A6A-B576A0A88535}" presName="parentText" presStyleLbl="solidFgAcc1" presStyleIdx="6" presStyleCnt="7">
        <dgm:presLayoutVars>
          <dgm:chMax val="1"/>
          <dgm:bulletEnabled/>
        </dgm:presLayoutVars>
      </dgm:prSet>
      <dgm:spPr/>
    </dgm:pt>
    <dgm:pt modelId="{1897CD4E-721A-4EFA-BBE2-105A68CCFAD8}" type="pres">
      <dgm:prSet presAssocID="{A602A6D4-AD04-4D56-9A6A-B576A0A88535}" presName="descendantText" presStyleLbl="alignNode1" presStyleIdx="6" presStyleCnt="7">
        <dgm:presLayoutVars>
          <dgm:bulletEnabled/>
        </dgm:presLayoutVars>
      </dgm:prSet>
      <dgm:spPr/>
    </dgm:pt>
  </dgm:ptLst>
  <dgm:cxnLst>
    <dgm:cxn modelId="{296D5300-A4B3-49D4-B344-9560B67781CB}" srcId="{34F5BA19-83E5-4454-B2F8-D0A14D530EF6}" destId="{23FF2D8B-1632-4213-B699-A520097F09DA}" srcOrd="0" destOrd="0" parTransId="{DD281F66-BE09-4333-99FA-53D2B31064A3}" sibTransId="{F9179C39-8892-44F9-9148-5DD794B2BA68}"/>
    <dgm:cxn modelId="{D81BAD03-5329-4425-9936-7188191F9FF7}" type="presOf" srcId="{40C4E531-3E19-4A8A-B09D-CCD89BFBFED4}" destId="{3CBE9E3E-E4F5-4949-85A7-DE32FC7FC9A2}" srcOrd="0" destOrd="0" presId="urn:microsoft.com/office/officeart/2016/7/layout/VerticalHollowActionList"/>
    <dgm:cxn modelId="{42839A04-1056-421B-B485-951D34081A3E}" type="presOf" srcId="{8A7C1BBF-9FB5-4FB3-A713-9F2EF346FBAA}" destId="{630C15EE-88C8-4B31-8ABF-6B36EDAE44C2}" srcOrd="0" destOrd="0" presId="urn:microsoft.com/office/officeart/2016/7/layout/VerticalHollowActionList"/>
    <dgm:cxn modelId="{7DC9F404-2E01-45B0-8EF5-E099931AAB99}" type="presOf" srcId="{333CAF6C-499F-4919-8806-356130036E2A}" destId="{CDB74FC9-A540-4767-91A7-8A11240EF398}" srcOrd="0" destOrd="0" presId="urn:microsoft.com/office/officeart/2016/7/layout/VerticalHollowActionList"/>
    <dgm:cxn modelId="{A818F106-EE71-4E26-8982-1F3126E544E1}" srcId="{90E1C796-74BB-47E4-A60E-E34C316E40ED}" destId="{34F5BA19-83E5-4454-B2F8-D0A14D530EF6}" srcOrd="5" destOrd="0" parTransId="{7A330EE5-F9C5-41EC-8F02-925D6E2FA914}" sibTransId="{BECF1920-3DB9-4BCF-A2F4-17234668315B}"/>
    <dgm:cxn modelId="{F1D57C12-48E5-4EE8-9372-FF6185603C92}" srcId="{90E1C796-74BB-47E4-A60E-E34C316E40ED}" destId="{40C4E531-3E19-4A8A-B09D-CCD89BFBFED4}" srcOrd="0" destOrd="0" parTransId="{67258B89-F629-493F-B410-AA62BD475A72}" sibTransId="{62C9B1AF-8AE2-4150-B063-7F9B25FE2C22}"/>
    <dgm:cxn modelId="{900B3E1C-F060-4193-B231-F2CA469D022F}" type="presOf" srcId="{34F5BA19-83E5-4454-B2F8-D0A14D530EF6}" destId="{EBA3116B-A3A3-4698-A1DE-6E05D0620AC8}" srcOrd="0" destOrd="0" presId="urn:microsoft.com/office/officeart/2016/7/layout/VerticalHollowActionList"/>
    <dgm:cxn modelId="{1413682B-A3D5-4F95-B894-BCE057349A83}" type="presOf" srcId="{90E1C796-74BB-47E4-A60E-E34C316E40ED}" destId="{423E916A-EFAD-4A7E-ACC7-D4DB4153A205}" srcOrd="0" destOrd="0" presId="urn:microsoft.com/office/officeart/2016/7/layout/VerticalHollowActionList"/>
    <dgm:cxn modelId="{8FBD1F30-3A56-49B3-B066-C7C2FEC1D39A}" srcId="{004EB1EA-8E1D-43A6-9496-34A3CC57432E}" destId="{333CAF6C-499F-4919-8806-356130036E2A}" srcOrd="0" destOrd="0" parTransId="{C097B26A-A497-47D0-881A-5DEE3E7E5D42}" sibTransId="{1DDED4D1-0A2B-48C4-8936-35A2DCA60F2F}"/>
    <dgm:cxn modelId="{CEEAB85F-1C59-4D2D-9C94-8F645393C960}" srcId="{90E1C796-74BB-47E4-A60E-E34C316E40ED}" destId="{004EB1EA-8E1D-43A6-9496-34A3CC57432E}" srcOrd="4" destOrd="0" parTransId="{8B6AD49C-CE53-4C59-ADE5-908A7144AFCA}" sibTransId="{BCC8AF99-739F-4383-8664-D79A6ED638A7}"/>
    <dgm:cxn modelId="{15EEAE63-993A-412E-9A88-F231B538FA98}" type="presOf" srcId="{23FF2D8B-1632-4213-B699-A520097F09DA}" destId="{7F9C991C-59C0-494B-8DF7-44487363D692}" srcOrd="0" destOrd="0" presId="urn:microsoft.com/office/officeart/2016/7/layout/VerticalHollowActionList"/>
    <dgm:cxn modelId="{E8F02266-A300-4828-B739-F6F50763EF77}" srcId="{90E1C796-74BB-47E4-A60E-E34C316E40ED}" destId="{498E1CFA-4D48-41BD-BBC7-7A9986B505D4}" srcOrd="3" destOrd="0" parTransId="{C3EFA13B-30B9-4244-BA7D-5FA930A041B3}" sibTransId="{EFBB2BD0-ECE6-45BE-87A3-7D3196B16918}"/>
    <dgm:cxn modelId="{D42CA969-FA96-49A4-BC2A-0112697706B4}" type="presOf" srcId="{05419882-A200-487D-87D3-7CAF631405DA}" destId="{10EFB217-7D2E-4053-A12F-FB044E306643}" srcOrd="0" destOrd="0" presId="urn:microsoft.com/office/officeart/2016/7/layout/VerticalHollowActionList"/>
    <dgm:cxn modelId="{BFAACF4F-0F58-4CBD-BDC2-1E6746F16C97}" srcId="{492B9624-4FC8-4ACB-953C-F1B55AC20986}" destId="{8A7C1BBF-9FB5-4FB3-A713-9F2EF346FBAA}" srcOrd="0" destOrd="0" parTransId="{0CCC3E7C-37B7-4EE9-9164-E26FE15DC8D3}" sibTransId="{30142CEB-9491-4385-B6E4-765A0ADE99AA}"/>
    <dgm:cxn modelId="{E4DB5574-7E53-4C6F-BD5A-04CA7EC38DB5}" srcId="{40C4E531-3E19-4A8A-B09D-CCD89BFBFED4}" destId="{A7D64A02-39EA-447F-8E83-C10D90F371D8}" srcOrd="0" destOrd="0" parTransId="{2B55F946-5607-4DFD-93C0-6D932E7ADBB0}" sibTransId="{51370146-6338-439D-99E2-45A621F0CC14}"/>
    <dgm:cxn modelId="{F708F176-5D17-4461-84F6-7582405BC4DB}" type="presOf" srcId="{A4BF3330-13AD-438D-919B-42FDAEF31509}" destId="{17F65865-7E0D-4E3E-88FD-E4FEBB64C451}" srcOrd="0" destOrd="0" presId="urn:microsoft.com/office/officeart/2016/7/layout/VerticalHollowActionList"/>
    <dgm:cxn modelId="{53ED237D-9192-4C67-819B-EB705B61DB09}" type="presOf" srcId="{498E1CFA-4D48-41BD-BBC7-7A9986B505D4}" destId="{BC6EC025-A2AE-49F7-9DAC-18AF1E37BC8E}" srcOrd="0" destOrd="0" presId="urn:microsoft.com/office/officeart/2016/7/layout/VerticalHollowActionList"/>
    <dgm:cxn modelId="{85677C7D-7143-426F-89F5-B93C6BD669C4}" srcId="{05419882-A200-487D-87D3-7CAF631405DA}" destId="{A4BF3330-13AD-438D-919B-42FDAEF31509}" srcOrd="0" destOrd="0" parTransId="{DB338A04-CBE6-4E85-8CD0-E5B227A892D3}" sibTransId="{1858329D-953B-4B3D-AE15-64FFED6C47EC}"/>
    <dgm:cxn modelId="{EFDB37A2-9DA4-4541-9A55-19FB2B0E6757}" type="presOf" srcId="{004EB1EA-8E1D-43A6-9496-34A3CC57432E}" destId="{D0BFB96F-1D6A-4EE0-83E8-519FB2582E0E}" srcOrd="0" destOrd="0" presId="urn:microsoft.com/office/officeart/2016/7/layout/VerticalHollowActionList"/>
    <dgm:cxn modelId="{171DD1A6-69E2-4B81-AE6A-955201AB0D2A}" srcId="{90E1C796-74BB-47E4-A60E-E34C316E40ED}" destId="{492B9624-4FC8-4ACB-953C-F1B55AC20986}" srcOrd="2" destOrd="0" parTransId="{E74C0019-7657-4206-87FA-C4EEB7D68499}" sibTransId="{D6A55828-533C-4190-A587-6AD0C7E32040}"/>
    <dgm:cxn modelId="{4B4276B4-EC44-433E-A937-ACCD7C94EAEA}" srcId="{A602A6D4-AD04-4D56-9A6A-B576A0A88535}" destId="{BAD82EED-0C7F-49F2-8E80-0A018EEB2F72}" srcOrd="0" destOrd="0" parTransId="{7FF3A89F-975E-4466-91EC-4D065FF31BDB}" sibTransId="{B9A9CB86-2458-4E0B-B6C1-365A60D43BD6}"/>
    <dgm:cxn modelId="{6B7A9AD4-1424-4BC4-A5E5-24F7C2FD9DCB}" srcId="{90E1C796-74BB-47E4-A60E-E34C316E40ED}" destId="{05419882-A200-487D-87D3-7CAF631405DA}" srcOrd="1" destOrd="0" parTransId="{5FB19D49-9872-4E6E-9107-8AE70C3F74A7}" sibTransId="{75A8EE32-F688-40E7-B94D-024C51674092}"/>
    <dgm:cxn modelId="{911B71D5-1A0B-4BD2-B587-EB81BED3D308}" type="presOf" srcId="{F4E40BF4-9E08-43E3-8DDB-6247BE6E5BA8}" destId="{C8873604-2546-43C0-9FA7-B6A7A4FFEE3C}" srcOrd="0" destOrd="0" presId="urn:microsoft.com/office/officeart/2016/7/layout/VerticalHollowActionList"/>
    <dgm:cxn modelId="{D9CD5FDD-E6C1-4962-8046-50094A9DEA50}" srcId="{90E1C796-74BB-47E4-A60E-E34C316E40ED}" destId="{A602A6D4-AD04-4D56-9A6A-B576A0A88535}" srcOrd="6" destOrd="0" parTransId="{BBDC36E3-E220-41A1-900B-03BFEFD189F1}" sibTransId="{BCE14E17-93DA-4198-BE80-8515DDE24C27}"/>
    <dgm:cxn modelId="{17E7EDDE-6487-43D0-8C0E-95AD3F96197E}" type="presOf" srcId="{BAD82EED-0C7F-49F2-8E80-0A018EEB2F72}" destId="{1897CD4E-721A-4EFA-BBE2-105A68CCFAD8}" srcOrd="0" destOrd="0" presId="urn:microsoft.com/office/officeart/2016/7/layout/VerticalHollowActionList"/>
    <dgm:cxn modelId="{63F42CEB-B30E-43A7-9F92-23897ECD2DAA}" type="presOf" srcId="{A7D64A02-39EA-447F-8E83-C10D90F371D8}" destId="{8141A95D-50B3-44B1-90A9-67C822E2BF99}" srcOrd="0" destOrd="0" presId="urn:microsoft.com/office/officeart/2016/7/layout/VerticalHollowActionList"/>
    <dgm:cxn modelId="{1BA54FF4-2833-4A5A-8613-288DA99595A1}" srcId="{498E1CFA-4D48-41BD-BBC7-7A9986B505D4}" destId="{F4E40BF4-9E08-43E3-8DDB-6247BE6E5BA8}" srcOrd="0" destOrd="0" parTransId="{6AB74B71-6311-4960-B0C9-466B691F807D}" sibTransId="{FA31F264-F7A6-4B93-8CFA-CA23C7E783B2}"/>
    <dgm:cxn modelId="{5E7142F5-67B7-4A02-90C4-E585444770F9}" type="presOf" srcId="{492B9624-4FC8-4ACB-953C-F1B55AC20986}" destId="{46D69502-FEA4-4B5A-9339-94EE8B3E0767}" srcOrd="0" destOrd="0" presId="urn:microsoft.com/office/officeart/2016/7/layout/VerticalHollowActionList"/>
    <dgm:cxn modelId="{14AA04F6-1898-4C47-AE5D-FF785146F864}" type="presOf" srcId="{A602A6D4-AD04-4D56-9A6A-B576A0A88535}" destId="{09EC22B1-B1C9-4DB6-8CB6-C114A7869E2E}" srcOrd="0" destOrd="0" presId="urn:microsoft.com/office/officeart/2016/7/layout/VerticalHollowActionList"/>
    <dgm:cxn modelId="{84EC30E6-D6AB-459C-9CCC-066AB3113A7B}" type="presParOf" srcId="{423E916A-EFAD-4A7E-ACC7-D4DB4153A205}" destId="{79B16D0E-66E9-47D1-9EBC-8444D29BDECE}" srcOrd="0" destOrd="0" presId="urn:microsoft.com/office/officeart/2016/7/layout/VerticalHollowActionList"/>
    <dgm:cxn modelId="{32DD7AEB-27FF-4F97-B2C6-EE172B9374AE}" type="presParOf" srcId="{79B16D0E-66E9-47D1-9EBC-8444D29BDECE}" destId="{3CBE9E3E-E4F5-4949-85A7-DE32FC7FC9A2}" srcOrd="0" destOrd="0" presId="urn:microsoft.com/office/officeart/2016/7/layout/VerticalHollowActionList"/>
    <dgm:cxn modelId="{0EFB7FE7-EF1A-4132-A986-203443BE2BDD}" type="presParOf" srcId="{79B16D0E-66E9-47D1-9EBC-8444D29BDECE}" destId="{8141A95D-50B3-44B1-90A9-67C822E2BF99}" srcOrd="1" destOrd="0" presId="urn:microsoft.com/office/officeart/2016/7/layout/VerticalHollowActionList"/>
    <dgm:cxn modelId="{603992B2-B24E-425E-9865-6CD6C7215ED8}" type="presParOf" srcId="{423E916A-EFAD-4A7E-ACC7-D4DB4153A205}" destId="{2A2F89C8-9A28-4604-8B6B-B0FDB6A9D7DA}" srcOrd="1" destOrd="0" presId="urn:microsoft.com/office/officeart/2016/7/layout/VerticalHollowActionList"/>
    <dgm:cxn modelId="{D11BB046-997E-44C1-8478-B6EAA6C5338A}" type="presParOf" srcId="{423E916A-EFAD-4A7E-ACC7-D4DB4153A205}" destId="{6E0021E2-6AC5-4EA8-9FA4-A70FE9B16EA1}" srcOrd="2" destOrd="0" presId="urn:microsoft.com/office/officeart/2016/7/layout/VerticalHollowActionList"/>
    <dgm:cxn modelId="{034E99A8-9333-472A-8785-5F50CE72448E}" type="presParOf" srcId="{6E0021E2-6AC5-4EA8-9FA4-A70FE9B16EA1}" destId="{10EFB217-7D2E-4053-A12F-FB044E306643}" srcOrd="0" destOrd="0" presId="urn:microsoft.com/office/officeart/2016/7/layout/VerticalHollowActionList"/>
    <dgm:cxn modelId="{ECC5FA08-F1A7-4838-959A-135ABB7469BE}" type="presParOf" srcId="{6E0021E2-6AC5-4EA8-9FA4-A70FE9B16EA1}" destId="{17F65865-7E0D-4E3E-88FD-E4FEBB64C451}" srcOrd="1" destOrd="0" presId="urn:microsoft.com/office/officeart/2016/7/layout/VerticalHollowActionList"/>
    <dgm:cxn modelId="{104D8CA7-CF6B-48B5-A86C-8EAF4B9A2F8E}" type="presParOf" srcId="{423E916A-EFAD-4A7E-ACC7-D4DB4153A205}" destId="{D3AF4F02-E50E-4E7C-ADAA-97F2B3ECEF47}" srcOrd="3" destOrd="0" presId="urn:microsoft.com/office/officeart/2016/7/layout/VerticalHollowActionList"/>
    <dgm:cxn modelId="{C5BE99A2-A602-4440-9F45-3C299F083AA7}" type="presParOf" srcId="{423E916A-EFAD-4A7E-ACC7-D4DB4153A205}" destId="{D4A39572-F85B-4296-94DB-4DD9424AC7D9}" srcOrd="4" destOrd="0" presId="urn:microsoft.com/office/officeart/2016/7/layout/VerticalHollowActionList"/>
    <dgm:cxn modelId="{D096CC54-6655-4BB7-92D0-D0033BB261CA}" type="presParOf" srcId="{D4A39572-F85B-4296-94DB-4DD9424AC7D9}" destId="{46D69502-FEA4-4B5A-9339-94EE8B3E0767}" srcOrd="0" destOrd="0" presId="urn:microsoft.com/office/officeart/2016/7/layout/VerticalHollowActionList"/>
    <dgm:cxn modelId="{A9376AC0-28E1-49DD-B3B2-13FBE1AE76DD}" type="presParOf" srcId="{D4A39572-F85B-4296-94DB-4DD9424AC7D9}" destId="{630C15EE-88C8-4B31-8ABF-6B36EDAE44C2}" srcOrd="1" destOrd="0" presId="urn:microsoft.com/office/officeart/2016/7/layout/VerticalHollowActionList"/>
    <dgm:cxn modelId="{6BEC5DEA-BF72-4725-84D7-7AB766E15CA8}" type="presParOf" srcId="{423E916A-EFAD-4A7E-ACC7-D4DB4153A205}" destId="{35852F29-EC9E-46E5-A6FE-92F1694C6803}" srcOrd="5" destOrd="0" presId="urn:microsoft.com/office/officeart/2016/7/layout/VerticalHollowActionList"/>
    <dgm:cxn modelId="{53BDFCCD-A7A7-48EF-90E4-866980496556}" type="presParOf" srcId="{423E916A-EFAD-4A7E-ACC7-D4DB4153A205}" destId="{D131E198-1FBD-4110-AE5B-9E86CCA97F3F}" srcOrd="6" destOrd="0" presId="urn:microsoft.com/office/officeart/2016/7/layout/VerticalHollowActionList"/>
    <dgm:cxn modelId="{00DD837C-C66B-444A-98B8-F7DFAF8AC1FB}" type="presParOf" srcId="{D131E198-1FBD-4110-AE5B-9E86CCA97F3F}" destId="{BC6EC025-A2AE-49F7-9DAC-18AF1E37BC8E}" srcOrd="0" destOrd="0" presId="urn:microsoft.com/office/officeart/2016/7/layout/VerticalHollowActionList"/>
    <dgm:cxn modelId="{5B597C15-E655-4766-A97E-49D95CE2DF1E}" type="presParOf" srcId="{D131E198-1FBD-4110-AE5B-9E86CCA97F3F}" destId="{C8873604-2546-43C0-9FA7-B6A7A4FFEE3C}" srcOrd="1" destOrd="0" presId="urn:microsoft.com/office/officeart/2016/7/layout/VerticalHollowActionList"/>
    <dgm:cxn modelId="{3E8BD6D0-6F71-416C-BF0D-8A977E03504B}" type="presParOf" srcId="{423E916A-EFAD-4A7E-ACC7-D4DB4153A205}" destId="{895674AB-8BB1-4FC9-8715-BB446300680C}" srcOrd="7" destOrd="0" presId="urn:microsoft.com/office/officeart/2016/7/layout/VerticalHollowActionList"/>
    <dgm:cxn modelId="{0EB07A4F-A6D0-4823-B1F5-73DDC8ED03CD}" type="presParOf" srcId="{423E916A-EFAD-4A7E-ACC7-D4DB4153A205}" destId="{34076878-61E9-4C10-88F9-334F4FE6D96B}" srcOrd="8" destOrd="0" presId="urn:microsoft.com/office/officeart/2016/7/layout/VerticalHollowActionList"/>
    <dgm:cxn modelId="{E5EE0C54-141B-47DD-8DCB-7EE35061478F}" type="presParOf" srcId="{34076878-61E9-4C10-88F9-334F4FE6D96B}" destId="{D0BFB96F-1D6A-4EE0-83E8-519FB2582E0E}" srcOrd="0" destOrd="0" presId="urn:microsoft.com/office/officeart/2016/7/layout/VerticalHollowActionList"/>
    <dgm:cxn modelId="{E58AE8A7-4E5D-4D55-A619-AC3B54B675A7}" type="presParOf" srcId="{34076878-61E9-4C10-88F9-334F4FE6D96B}" destId="{CDB74FC9-A540-4767-91A7-8A11240EF398}" srcOrd="1" destOrd="0" presId="urn:microsoft.com/office/officeart/2016/7/layout/VerticalHollowActionList"/>
    <dgm:cxn modelId="{6954917C-07FA-4C5D-B60C-AA93A940BFE7}" type="presParOf" srcId="{423E916A-EFAD-4A7E-ACC7-D4DB4153A205}" destId="{B410299B-05A1-40D5-8CD4-DF6235106CBC}" srcOrd="9" destOrd="0" presId="urn:microsoft.com/office/officeart/2016/7/layout/VerticalHollowActionList"/>
    <dgm:cxn modelId="{80F33643-2590-445C-876A-2C7BC64A800D}" type="presParOf" srcId="{423E916A-EFAD-4A7E-ACC7-D4DB4153A205}" destId="{6B30DC6A-BDA5-4EE4-AEF0-C1E5DC76B7BD}" srcOrd="10" destOrd="0" presId="urn:microsoft.com/office/officeart/2016/7/layout/VerticalHollowActionList"/>
    <dgm:cxn modelId="{493D918E-D7A6-490E-8289-156242F79FC2}" type="presParOf" srcId="{6B30DC6A-BDA5-4EE4-AEF0-C1E5DC76B7BD}" destId="{EBA3116B-A3A3-4698-A1DE-6E05D0620AC8}" srcOrd="0" destOrd="0" presId="urn:microsoft.com/office/officeart/2016/7/layout/VerticalHollowActionList"/>
    <dgm:cxn modelId="{F7553B58-0998-43B7-848F-61683FEB1C65}" type="presParOf" srcId="{6B30DC6A-BDA5-4EE4-AEF0-C1E5DC76B7BD}" destId="{7F9C991C-59C0-494B-8DF7-44487363D692}" srcOrd="1" destOrd="0" presId="urn:microsoft.com/office/officeart/2016/7/layout/VerticalHollowActionList"/>
    <dgm:cxn modelId="{B5315F0D-F7BC-4E25-8697-38B8C08920DB}" type="presParOf" srcId="{423E916A-EFAD-4A7E-ACC7-D4DB4153A205}" destId="{9934074E-3823-4338-8BEB-3E40DC351371}" srcOrd="11" destOrd="0" presId="urn:microsoft.com/office/officeart/2016/7/layout/VerticalHollowActionList"/>
    <dgm:cxn modelId="{19F3DF8A-EBFE-4B0A-B699-8FF828B6AFDC}" type="presParOf" srcId="{423E916A-EFAD-4A7E-ACC7-D4DB4153A205}" destId="{B6B91CD8-85F0-4F36-AE7B-62F9A3D811DE}" srcOrd="12" destOrd="0" presId="urn:microsoft.com/office/officeart/2016/7/layout/VerticalHollowActionList"/>
    <dgm:cxn modelId="{56E816E0-040E-453B-8E7E-0D1A635E9220}" type="presParOf" srcId="{B6B91CD8-85F0-4F36-AE7B-62F9A3D811DE}" destId="{09EC22B1-B1C9-4DB6-8CB6-C114A7869E2E}" srcOrd="0" destOrd="0" presId="urn:microsoft.com/office/officeart/2016/7/layout/VerticalHollowActionList"/>
    <dgm:cxn modelId="{B8ED8E6E-D4DF-4C01-9AFE-415D01F264EC}" type="presParOf" srcId="{B6B91CD8-85F0-4F36-AE7B-62F9A3D811DE}" destId="{1897CD4E-721A-4EFA-BBE2-105A68CCFAD8}" srcOrd="1" destOrd="0" presId="urn:microsoft.com/office/officeart/2016/7/layout/VerticalHollow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58D48F-6A12-4877-A994-3428A84A6033}">
      <dsp:nvSpPr>
        <dsp:cNvPr id="0" name=""/>
        <dsp:cNvSpPr/>
      </dsp:nvSpPr>
      <dsp:spPr>
        <a:xfrm>
          <a:off x="0" y="117474"/>
          <a:ext cx="6348501" cy="1264770"/>
        </a:xfrm>
        <a:prstGeom prst="roundRect">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0000"/>
                <a:lumMod val="100000"/>
              </a:schemeClr>
            </a:gs>
            <a:gs pos="100000">
              <a:schemeClr val="accent1">
                <a:hueOff val="0"/>
                <a:satOff val="0"/>
                <a:lumOff val="0"/>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AU" sz="2300" kern="1200"/>
            <a:t>The KHS community welcome and support the opportunity to work with young people who want to explore the possibility of affirming their gender. </a:t>
          </a:r>
          <a:endParaRPr lang="en-US" sz="2300" kern="1200"/>
        </a:p>
      </dsp:txBody>
      <dsp:txXfrm>
        <a:off x="61741" y="179215"/>
        <a:ext cx="6225019" cy="1141288"/>
      </dsp:txXfrm>
    </dsp:sp>
    <dsp:sp modelId="{5ABF218D-E1A2-48E3-A0A1-A02091E286BB}">
      <dsp:nvSpPr>
        <dsp:cNvPr id="0" name=""/>
        <dsp:cNvSpPr/>
      </dsp:nvSpPr>
      <dsp:spPr>
        <a:xfrm>
          <a:off x="0" y="1448484"/>
          <a:ext cx="6348501" cy="1264770"/>
        </a:xfrm>
        <a:prstGeom prst="roundRect">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0000"/>
                <a:lumMod val="100000"/>
              </a:schemeClr>
            </a:gs>
            <a:gs pos="100000">
              <a:schemeClr val="accent1">
                <a:hueOff val="0"/>
                <a:satOff val="0"/>
                <a:lumOff val="0"/>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AU" sz="2300" kern="1200"/>
            <a:t>To start the conversation about affirming gender, students can write to:</a:t>
          </a:r>
          <a:endParaRPr lang="en-US" sz="2300" kern="1200"/>
        </a:p>
      </dsp:txBody>
      <dsp:txXfrm>
        <a:off x="61741" y="1510225"/>
        <a:ext cx="6225019" cy="1141288"/>
      </dsp:txXfrm>
    </dsp:sp>
    <dsp:sp modelId="{DBA02EF2-81E6-4EDA-A0E8-78BCF62C8B1C}">
      <dsp:nvSpPr>
        <dsp:cNvPr id="0" name=""/>
        <dsp:cNvSpPr/>
      </dsp:nvSpPr>
      <dsp:spPr>
        <a:xfrm>
          <a:off x="0" y="2779495"/>
          <a:ext cx="6348501" cy="1264770"/>
        </a:xfrm>
        <a:prstGeom prst="roundRect">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0000"/>
                <a:lumMod val="100000"/>
              </a:schemeClr>
            </a:gs>
            <a:gs pos="100000">
              <a:schemeClr val="accent1">
                <a:hueOff val="0"/>
                <a:satOff val="0"/>
                <a:lumOff val="0"/>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AU" sz="2300" kern="1200">
              <a:hlinkClick xmlns:r="http://schemas.openxmlformats.org/officeDocument/2006/relationships" r:id="rId1"/>
            </a:rPr>
            <a:t>wellbeing@kew.vic.edu</a:t>
          </a:r>
          <a:r>
            <a:rPr lang="en-AU" sz="2300" kern="1200"/>
            <a:t> </a:t>
          </a:r>
          <a:endParaRPr lang="en-US" sz="2300" kern="1200"/>
        </a:p>
      </dsp:txBody>
      <dsp:txXfrm>
        <a:off x="61741" y="2841236"/>
        <a:ext cx="6225019" cy="1141288"/>
      </dsp:txXfrm>
    </dsp:sp>
    <dsp:sp modelId="{99E587E4-FC1F-4EC7-BEF9-608775EAFBEA}">
      <dsp:nvSpPr>
        <dsp:cNvPr id="0" name=""/>
        <dsp:cNvSpPr/>
      </dsp:nvSpPr>
      <dsp:spPr>
        <a:xfrm>
          <a:off x="0" y="4110505"/>
          <a:ext cx="6348501" cy="1264770"/>
        </a:xfrm>
        <a:prstGeom prst="roundRect">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0000"/>
                <a:lumMod val="100000"/>
              </a:schemeClr>
            </a:gs>
            <a:gs pos="100000">
              <a:schemeClr val="accent1">
                <a:hueOff val="0"/>
                <a:satOff val="0"/>
                <a:lumOff val="0"/>
                <a:alphaOff val="0"/>
                <a:shade val="80000"/>
                <a:satMod val="100000"/>
                <a:lumMod val="99000"/>
              </a:schemeClr>
            </a:gs>
          </a:gsLst>
          <a:lin ang="27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AU" sz="2300" kern="1200"/>
            <a:t>Or to a specific member of the wellbeing team asking if they can make an appointment to discuss this further.</a:t>
          </a:r>
          <a:endParaRPr lang="en-US" sz="2300" kern="1200"/>
        </a:p>
      </dsp:txBody>
      <dsp:txXfrm>
        <a:off x="61741" y="4172246"/>
        <a:ext cx="6225019" cy="11412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41A95D-50B3-44B1-90A9-67C822E2BF99}">
      <dsp:nvSpPr>
        <dsp:cNvPr id="0" name=""/>
        <dsp:cNvSpPr/>
      </dsp:nvSpPr>
      <dsp:spPr>
        <a:xfrm>
          <a:off x="1269700" y="2574"/>
          <a:ext cx="5078800" cy="745597"/>
        </a:xfrm>
        <a:prstGeom prst="rect">
          <a:avLst/>
        </a:prstGeom>
        <a:gradFill rotWithShape="0">
          <a:gsLst>
            <a:gs pos="0">
              <a:schemeClr val="accent5">
                <a:hueOff val="0"/>
                <a:satOff val="0"/>
                <a:lumOff val="0"/>
                <a:alphaOff val="0"/>
                <a:tint val="97000"/>
                <a:satMod val="100000"/>
                <a:lumMod val="102000"/>
              </a:schemeClr>
            </a:gs>
            <a:gs pos="50000">
              <a:schemeClr val="accent5">
                <a:hueOff val="0"/>
                <a:satOff val="0"/>
                <a:lumOff val="0"/>
                <a:alphaOff val="0"/>
                <a:shade val="100000"/>
                <a:satMod val="100000"/>
                <a:lumMod val="100000"/>
              </a:schemeClr>
            </a:gs>
            <a:gs pos="100000">
              <a:schemeClr val="accent5">
                <a:hueOff val="0"/>
                <a:satOff val="0"/>
                <a:lumOff val="0"/>
                <a:alphaOff val="0"/>
                <a:shade val="80000"/>
                <a:satMod val="100000"/>
                <a:lumMod val="99000"/>
              </a:schemeClr>
            </a:gs>
          </a:gsLst>
          <a:lin ang="2700000" scaled="0"/>
        </a:gradFill>
        <a:ln w="9525" cap="flat" cmpd="sng" algn="ctr">
          <a:solidFill>
            <a:schemeClr val="accent5">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98543" tIns="189382" rIns="98543" bIns="189382" numCol="1" spcCol="1270" anchor="ctr" anchorCtr="0">
          <a:noAutofit/>
        </a:bodyPr>
        <a:lstStyle/>
        <a:p>
          <a:pPr marL="0" lvl="0" indent="0" algn="l" defTabSz="800100">
            <a:lnSpc>
              <a:spcPct val="90000"/>
            </a:lnSpc>
            <a:spcBef>
              <a:spcPct val="0"/>
            </a:spcBef>
            <a:spcAft>
              <a:spcPct val="35000"/>
            </a:spcAft>
            <a:buNone/>
          </a:pPr>
          <a:r>
            <a:rPr lang="en-AU" sz="1800" i="0" kern="1200"/>
            <a:t>Changing the gender listed on Compass, class lists and related documents </a:t>
          </a:r>
          <a:r>
            <a:rPr lang="en-AU" sz="1800" i="1" kern="1200"/>
            <a:t>(male, female, X)</a:t>
          </a:r>
          <a:endParaRPr lang="en-US" sz="1800" kern="1200"/>
        </a:p>
      </dsp:txBody>
      <dsp:txXfrm>
        <a:off x="1269700" y="2574"/>
        <a:ext cx="5078800" cy="745597"/>
      </dsp:txXfrm>
    </dsp:sp>
    <dsp:sp modelId="{3CBE9E3E-E4F5-4949-85A7-DE32FC7FC9A2}">
      <dsp:nvSpPr>
        <dsp:cNvPr id="0" name=""/>
        <dsp:cNvSpPr/>
      </dsp:nvSpPr>
      <dsp:spPr>
        <a:xfrm>
          <a:off x="0" y="2574"/>
          <a:ext cx="1269700" cy="745597"/>
        </a:xfrm>
        <a:prstGeom prst="rect">
          <a:avLst/>
        </a:prstGeom>
        <a:solidFill>
          <a:schemeClr val="lt1">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7188" tIns="73649" rIns="67188" bIns="73649" numCol="1" spcCol="1270" anchor="ctr" anchorCtr="0">
          <a:noAutofit/>
        </a:bodyPr>
        <a:lstStyle/>
        <a:p>
          <a:pPr marL="0" lvl="0" indent="0" algn="ctr" defTabSz="755650">
            <a:lnSpc>
              <a:spcPct val="90000"/>
            </a:lnSpc>
            <a:spcBef>
              <a:spcPct val="0"/>
            </a:spcBef>
            <a:spcAft>
              <a:spcPct val="35000"/>
            </a:spcAft>
            <a:buNone/>
          </a:pPr>
          <a:r>
            <a:rPr lang="en-US" sz="1700" kern="1200"/>
            <a:t>Changing</a:t>
          </a:r>
        </a:p>
      </dsp:txBody>
      <dsp:txXfrm>
        <a:off x="0" y="2574"/>
        <a:ext cx="1269700" cy="745597"/>
      </dsp:txXfrm>
    </dsp:sp>
    <dsp:sp modelId="{17F65865-7E0D-4E3E-88FD-E4FEBB64C451}">
      <dsp:nvSpPr>
        <dsp:cNvPr id="0" name=""/>
        <dsp:cNvSpPr/>
      </dsp:nvSpPr>
      <dsp:spPr>
        <a:xfrm>
          <a:off x="1269700" y="792908"/>
          <a:ext cx="5078800" cy="745597"/>
        </a:xfrm>
        <a:prstGeom prst="rect">
          <a:avLst/>
        </a:prstGeom>
        <a:gradFill rotWithShape="0">
          <a:gsLst>
            <a:gs pos="0">
              <a:schemeClr val="accent5">
                <a:hueOff val="1789819"/>
                <a:satOff val="-241"/>
                <a:lumOff val="2386"/>
                <a:alphaOff val="0"/>
                <a:tint val="97000"/>
                <a:satMod val="100000"/>
                <a:lumMod val="102000"/>
              </a:schemeClr>
            </a:gs>
            <a:gs pos="50000">
              <a:schemeClr val="accent5">
                <a:hueOff val="1789819"/>
                <a:satOff val="-241"/>
                <a:lumOff val="2386"/>
                <a:alphaOff val="0"/>
                <a:shade val="100000"/>
                <a:satMod val="100000"/>
                <a:lumMod val="100000"/>
              </a:schemeClr>
            </a:gs>
            <a:gs pos="100000">
              <a:schemeClr val="accent5">
                <a:hueOff val="1789819"/>
                <a:satOff val="-241"/>
                <a:lumOff val="2386"/>
                <a:alphaOff val="0"/>
                <a:shade val="80000"/>
                <a:satMod val="100000"/>
                <a:lumMod val="99000"/>
              </a:schemeClr>
            </a:gs>
          </a:gsLst>
          <a:lin ang="2700000" scaled="0"/>
        </a:gradFill>
        <a:ln w="9525" cap="flat" cmpd="sng" algn="ctr">
          <a:solidFill>
            <a:schemeClr val="accent5">
              <a:hueOff val="1789819"/>
              <a:satOff val="-241"/>
              <a:lumOff val="2386"/>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98543" tIns="189382" rIns="98543" bIns="189382" numCol="1" spcCol="1270" anchor="ctr" anchorCtr="0">
          <a:noAutofit/>
        </a:bodyPr>
        <a:lstStyle/>
        <a:p>
          <a:pPr marL="0" lvl="0" indent="0" algn="l" defTabSz="800100">
            <a:lnSpc>
              <a:spcPct val="90000"/>
            </a:lnSpc>
            <a:spcBef>
              <a:spcPct val="0"/>
            </a:spcBef>
            <a:spcAft>
              <a:spcPct val="35000"/>
            </a:spcAft>
            <a:buNone/>
          </a:pPr>
          <a:r>
            <a:rPr lang="en-AU" sz="1800" i="0" kern="1200"/>
            <a:t>Changing pronouns on Compass, reports and other school documents </a:t>
          </a:r>
          <a:r>
            <a:rPr lang="en-AU" sz="1800" i="1" kern="1200"/>
            <a:t>(She/her, he/him, they, them etc)</a:t>
          </a:r>
          <a:endParaRPr lang="en-AU" sz="1800" kern="1200"/>
        </a:p>
      </dsp:txBody>
      <dsp:txXfrm>
        <a:off x="1269700" y="792908"/>
        <a:ext cx="5078800" cy="745597"/>
      </dsp:txXfrm>
    </dsp:sp>
    <dsp:sp modelId="{10EFB217-7D2E-4053-A12F-FB044E306643}">
      <dsp:nvSpPr>
        <dsp:cNvPr id="0" name=""/>
        <dsp:cNvSpPr/>
      </dsp:nvSpPr>
      <dsp:spPr>
        <a:xfrm>
          <a:off x="0" y="792908"/>
          <a:ext cx="1269700" cy="745597"/>
        </a:xfrm>
        <a:prstGeom prst="rect">
          <a:avLst/>
        </a:prstGeom>
        <a:solidFill>
          <a:schemeClr val="lt1">
            <a:hueOff val="0"/>
            <a:satOff val="0"/>
            <a:lumOff val="0"/>
            <a:alphaOff val="0"/>
          </a:schemeClr>
        </a:solidFill>
        <a:ln w="9525" cap="flat" cmpd="sng" algn="ctr">
          <a:solidFill>
            <a:schemeClr val="accent5">
              <a:hueOff val="1789819"/>
              <a:satOff val="-241"/>
              <a:lumOff val="238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7188" tIns="73649" rIns="67188" bIns="73649" numCol="1" spcCol="1270" anchor="ctr" anchorCtr="0">
          <a:noAutofit/>
        </a:bodyPr>
        <a:lstStyle/>
        <a:p>
          <a:pPr marL="0" lvl="0" indent="0" algn="ctr" defTabSz="755650">
            <a:lnSpc>
              <a:spcPct val="90000"/>
            </a:lnSpc>
            <a:spcBef>
              <a:spcPct val="0"/>
            </a:spcBef>
            <a:spcAft>
              <a:spcPct val="35000"/>
            </a:spcAft>
            <a:buNone/>
          </a:pPr>
          <a:r>
            <a:rPr lang="en-AU" sz="1700" kern="1200"/>
            <a:t>Changing</a:t>
          </a:r>
        </a:p>
      </dsp:txBody>
      <dsp:txXfrm>
        <a:off x="0" y="792908"/>
        <a:ext cx="1269700" cy="745597"/>
      </dsp:txXfrm>
    </dsp:sp>
    <dsp:sp modelId="{630C15EE-88C8-4B31-8ABF-6B36EDAE44C2}">
      <dsp:nvSpPr>
        <dsp:cNvPr id="0" name=""/>
        <dsp:cNvSpPr/>
      </dsp:nvSpPr>
      <dsp:spPr>
        <a:xfrm>
          <a:off x="1269700" y="1583242"/>
          <a:ext cx="5078800" cy="745597"/>
        </a:xfrm>
        <a:prstGeom prst="rect">
          <a:avLst/>
        </a:prstGeom>
        <a:gradFill rotWithShape="0">
          <a:gsLst>
            <a:gs pos="0">
              <a:schemeClr val="accent5">
                <a:hueOff val="3579639"/>
                <a:satOff val="-481"/>
                <a:lumOff val="4771"/>
                <a:alphaOff val="0"/>
                <a:tint val="97000"/>
                <a:satMod val="100000"/>
                <a:lumMod val="102000"/>
              </a:schemeClr>
            </a:gs>
            <a:gs pos="50000">
              <a:schemeClr val="accent5">
                <a:hueOff val="3579639"/>
                <a:satOff val="-481"/>
                <a:lumOff val="4771"/>
                <a:alphaOff val="0"/>
                <a:shade val="100000"/>
                <a:satMod val="100000"/>
                <a:lumMod val="100000"/>
              </a:schemeClr>
            </a:gs>
            <a:gs pos="100000">
              <a:schemeClr val="accent5">
                <a:hueOff val="3579639"/>
                <a:satOff val="-481"/>
                <a:lumOff val="4771"/>
                <a:alphaOff val="0"/>
                <a:shade val="80000"/>
                <a:satMod val="100000"/>
                <a:lumMod val="99000"/>
              </a:schemeClr>
            </a:gs>
          </a:gsLst>
          <a:lin ang="2700000" scaled="0"/>
        </a:gradFill>
        <a:ln w="9525" cap="flat" cmpd="sng" algn="ctr">
          <a:solidFill>
            <a:schemeClr val="accent5">
              <a:hueOff val="3579639"/>
              <a:satOff val="-481"/>
              <a:lumOff val="4771"/>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98543" tIns="189382" rIns="98543" bIns="189382" numCol="1" spcCol="1270" anchor="ctr" anchorCtr="0">
          <a:noAutofit/>
        </a:bodyPr>
        <a:lstStyle/>
        <a:p>
          <a:pPr marL="0" lvl="0" indent="0" algn="l" defTabSz="800100">
            <a:lnSpc>
              <a:spcPct val="90000"/>
            </a:lnSpc>
            <a:spcBef>
              <a:spcPct val="0"/>
            </a:spcBef>
            <a:spcAft>
              <a:spcPct val="35000"/>
            </a:spcAft>
            <a:buNone/>
          </a:pPr>
          <a:r>
            <a:rPr lang="en-US" sz="1800" i="0" kern="1200"/>
            <a:t>Choosing a new name </a:t>
          </a:r>
          <a:r>
            <a:rPr lang="en-AU" sz="1800" i="0" kern="1200"/>
            <a:t>that may better reflect their gender</a:t>
          </a:r>
          <a:r>
            <a:rPr lang="en-US" sz="1800" i="0" kern="1200"/>
            <a:t> </a:t>
          </a:r>
        </a:p>
      </dsp:txBody>
      <dsp:txXfrm>
        <a:off x="1269700" y="1583242"/>
        <a:ext cx="5078800" cy="745597"/>
      </dsp:txXfrm>
    </dsp:sp>
    <dsp:sp modelId="{46D69502-FEA4-4B5A-9339-94EE8B3E0767}">
      <dsp:nvSpPr>
        <dsp:cNvPr id="0" name=""/>
        <dsp:cNvSpPr/>
      </dsp:nvSpPr>
      <dsp:spPr>
        <a:xfrm>
          <a:off x="0" y="1583242"/>
          <a:ext cx="1269700" cy="745597"/>
        </a:xfrm>
        <a:prstGeom prst="rect">
          <a:avLst/>
        </a:prstGeom>
        <a:solidFill>
          <a:schemeClr val="lt1">
            <a:hueOff val="0"/>
            <a:satOff val="0"/>
            <a:lumOff val="0"/>
            <a:alphaOff val="0"/>
          </a:schemeClr>
        </a:solidFill>
        <a:ln w="9525" cap="flat" cmpd="sng" algn="ctr">
          <a:solidFill>
            <a:schemeClr val="accent5">
              <a:hueOff val="3579639"/>
              <a:satOff val="-481"/>
              <a:lumOff val="4771"/>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7188" tIns="73649" rIns="67188" bIns="73649" numCol="1" spcCol="1270" anchor="ctr" anchorCtr="0">
          <a:noAutofit/>
        </a:bodyPr>
        <a:lstStyle/>
        <a:p>
          <a:pPr marL="0" lvl="0" indent="0" algn="ctr" defTabSz="755650">
            <a:lnSpc>
              <a:spcPct val="90000"/>
            </a:lnSpc>
            <a:spcBef>
              <a:spcPct val="0"/>
            </a:spcBef>
            <a:spcAft>
              <a:spcPct val="35000"/>
            </a:spcAft>
            <a:buNone/>
          </a:pPr>
          <a:r>
            <a:rPr lang="en-US" sz="1700" kern="1200"/>
            <a:t>Choosing</a:t>
          </a:r>
        </a:p>
      </dsp:txBody>
      <dsp:txXfrm>
        <a:off x="0" y="1583242"/>
        <a:ext cx="1269700" cy="745597"/>
      </dsp:txXfrm>
    </dsp:sp>
    <dsp:sp modelId="{C8873604-2546-43C0-9FA7-B6A7A4FFEE3C}">
      <dsp:nvSpPr>
        <dsp:cNvPr id="0" name=""/>
        <dsp:cNvSpPr/>
      </dsp:nvSpPr>
      <dsp:spPr>
        <a:xfrm>
          <a:off x="1269700" y="2373576"/>
          <a:ext cx="5078800" cy="745597"/>
        </a:xfrm>
        <a:prstGeom prst="rect">
          <a:avLst/>
        </a:prstGeom>
        <a:gradFill rotWithShape="0">
          <a:gsLst>
            <a:gs pos="0">
              <a:schemeClr val="accent5">
                <a:hueOff val="5369458"/>
                <a:satOff val="-722"/>
                <a:lumOff val="7157"/>
                <a:alphaOff val="0"/>
                <a:tint val="97000"/>
                <a:satMod val="100000"/>
                <a:lumMod val="102000"/>
              </a:schemeClr>
            </a:gs>
            <a:gs pos="50000">
              <a:schemeClr val="accent5">
                <a:hueOff val="5369458"/>
                <a:satOff val="-722"/>
                <a:lumOff val="7157"/>
                <a:alphaOff val="0"/>
                <a:shade val="100000"/>
                <a:satMod val="100000"/>
                <a:lumMod val="100000"/>
              </a:schemeClr>
            </a:gs>
            <a:gs pos="100000">
              <a:schemeClr val="accent5">
                <a:hueOff val="5369458"/>
                <a:satOff val="-722"/>
                <a:lumOff val="7157"/>
                <a:alphaOff val="0"/>
                <a:shade val="80000"/>
                <a:satMod val="100000"/>
                <a:lumMod val="99000"/>
              </a:schemeClr>
            </a:gs>
          </a:gsLst>
          <a:lin ang="2700000" scaled="0"/>
        </a:gradFill>
        <a:ln w="9525" cap="flat" cmpd="sng" algn="ctr">
          <a:solidFill>
            <a:schemeClr val="accent5">
              <a:hueOff val="5369458"/>
              <a:satOff val="-722"/>
              <a:lumOff val="7157"/>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98543" tIns="189382" rIns="98543" bIns="189382" numCol="1" spcCol="1270" anchor="ctr" anchorCtr="0">
          <a:noAutofit/>
        </a:bodyPr>
        <a:lstStyle/>
        <a:p>
          <a:pPr marL="0" lvl="0" indent="0" algn="l" defTabSz="800100">
            <a:lnSpc>
              <a:spcPct val="90000"/>
            </a:lnSpc>
            <a:spcBef>
              <a:spcPct val="0"/>
            </a:spcBef>
            <a:spcAft>
              <a:spcPct val="35000"/>
            </a:spcAft>
            <a:buNone/>
          </a:pPr>
          <a:r>
            <a:rPr lang="en-US" sz="1800" kern="1200"/>
            <a:t>KHS currently has a non-gendered uniform. There is no such thing here as a Male/Female uniform </a:t>
          </a:r>
        </a:p>
      </dsp:txBody>
      <dsp:txXfrm>
        <a:off x="1269700" y="2373576"/>
        <a:ext cx="5078800" cy="745597"/>
      </dsp:txXfrm>
    </dsp:sp>
    <dsp:sp modelId="{BC6EC025-A2AE-49F7-9DAC-18AF1E37BC8E}">
      <dsp:nvSpPr>
        <dsp:cNvPr id="0" name=""/>
        <dsp:cNvSpPr/>
      </dsp:nvSpPr>
      <dsp:spPr>
        <a:xfrm>
          <a:off x="0" y="2373576"/>
          <a:ext cx="1269700" cy="745597"/>
        </a:xfrm>
        <a:prstGeom prst="rect">
          <a:avLst/>
        </a:prstGeom>
        <a:solidFill>
          <a:schemeClr val="lt1">
            <a:hueOff val="0"/>
            <a:satOff val="0"/>
            <a:lumOff val="0"/>
            <a:alphaOff val="0"/>
          </a:schemeClr>
        </a:solidFill>
        <a:ln w="9525" cap="flat" cmpd="sng" algn="ctr">
          <a:solidFill>
            <a:schemeClr val="accent5">
              <a:hueOff val="5369458"/>
              <a:satOff val="-722"/>
              <a:lumOff val="715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7188" tIns="73649" rIns="67188" bIns="73649" numCol="1" spcCol="1270" anchor="ctr" anchorCtr="0">
          <a:noAutofit/>
        </a:bodyPr>
        <a:lstStyle/>
        <a:p>
          <a:pPr marL="0" lvl="0" indent="0" algn="ctr" defTabSz="755650">
            <a:lnSpc>
              <a:spcPct val="90000"/>
            </a:lnSpc>
            <a:spcBef>
              <a:spcPct val="0"/>
            </a:spcBef>
            <a:spcAft>
              <a:spcPct val="35000"/>
            </a:spcAft>
            <a:buNone/>
          </a:pPr>
          <a:r>
            <a:rPr lang="en-US" sz="1700" kern="1200"/>
            <a:t>Clothing</a:t>
          </a:r>
        </a:p>
      </dsp:txBody>
      <dsp:txXfrm>
        <a:off x="0" y="2373576"/>
        <a:ext cx="1269700" cy="745597"/>
      </dsp:txXfrm>
    </dsp:sp>
    <dsp:sp modelId="{CDB74FC9-A540-4767-91A7-8A11240EF398}">
      <dsp:nvSpPr>
        <dsp:cNvPr id="0" name=""/>
        <dsp:cNvSpPr/>
      </dsp:nvSpPr>
      <dsp:spPr>
        <a:xfrm>
          <a:off x="1269700" y="3163909"/>
          <a:ext cx="5078800" cy="745597"/>
        </a:xfrm>
        <a:prstGeom prst="rect">
          <a:avLst/>
        </a:prstGeom>
        <a:gradFill rotWithShape="0">
          <a:gsLst>
            <a:gs pos="0">
              <a:schemeClr val="accent5">
                <a:hueOff val="7159277"/>
                <a:satOff val="-963"/>
                <a:lumOff val="9542"/>
                <a:alphaOff val="0"/>
                <a:tint val="97000"/>
                <a:satMod val="100000"/>
                <a:lumMod val="102000"/>
              </a:schemeClr>
            </a:gs>
            <a:gs pos="50000">
              <a:schemeClr val="accent5">
                <a:hueOff val="7159277"/>
                <a:satOff val="-963"/>
                <a:lumOff val="9542"/>
                <a:alphaOff val="0"/>
                <a:shade val="100000"/>
                <a:satMod val="100000"/>
                <a:lumMod val="100000"/>
              </a:schemeClr>
            </a:gs>
            <a:gs pos="100000">
              <a:schemeClr val="accent5">
                <a:hueOff val="7159277"/>
                <a:satOff val="-963"/>
                <a:lumOff val="9542"/>
                <a:alphaOff val="0"/>
                <a:shade val="80000"/>
                <a:satMod val="100000"/>
                <a:lumMod val="99000"/>
              </a:schemeClr>
            </a:gs>
          </a:gsLst>
          <a:lin ang="2700000" scaled="0"/>
        </a:gradFill>
        <a:ln w="9525" cap="flat" cmpd="sng" algn="ctr">
          <a:solidFill>
            <a:schemeClr val="accent5">
              <a:hueOff val="7159277"/>
              <a:satOff val="-963"/>
              <a:lumOff val="9542"/>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98543" tIns="189382" rIns="98543" bIns="189382" numCol="1" spcCol="1270" anchor="ctr" anchorCtr="0">
          <a:noAutofit/>
        </a:bodyPr>
        <a:lstStyle/>
        <a:p>
          <a:pPr marL="0" lvl="0" indent="0" algn="l" defTabSz="800100">
            <a:lnSpc>
              <a:spcPct val="90000"/>
            </a:lnSpc>
            <a:spcBef>
              <a:spcPct val="0"/>
            </a:spcBef>
            <a:spcAft>
              <a:spcPct val="35000"/>
            </a:spcAft>
            <a:buNone/>
          </a:pPr>
          <a:r>
            <a:rPr lang="en-US" sz="1800" kern="1200"/>
            <a:t>Using the facilities that align with their affirmed gender</a:t>
          </a:r>
        </a:p>
      </dsp:txBody>
      <dsp:txXfrm>
        <a:off x="1269700" y="3163909"/>
        <a:ext cx="5078800" cy="745597"/>
      </dsp:txXfrm>
    </dsp:sp>
    <dsp:sp modelId="{D0BFB96F-1D6A-4EE0-83E8-519FB2582E0E}">
      <dsp:nvSpPr>
        <dsp:cNvPr id="0" name=""/>
        <dsp:cNvSpPr/>
      </dsp:nvSpPr>
      <dsp:spPr>
        <a:xfrm>
          <a:off x="0" y="3163909"/>
          <a:ext cx="1269700" cy="745597"/>
        </a:xfrm>
        <a:prstGeom prst="rect">
          <a:avLst/>
        </a:prstGeom>
        <a:solidFill>
          <a:schemeClr val="lt1">
            <a:hueOff val="0"/>
            <a:satOff val="0"/>
            <a:lumOff val="0"/>
            <a:alphaOff val="0"/>
          </a:schemeClr>
        </a:solidFill>
        <a:ln w="9525" cap="flat" cmpd="sng" algn="ctr">
          <a:solidFill>
            <a:schemeClr val="accent5">
              <a:hueOff val="7159277"/>
              <a:satOff val="-963"/>
              <a:lumOff val="9542"/>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7188" tIns="73649" rIns="67188" bIns="73649" numCol="1" spcCol="1270" anchor="ctr" anchorCtr="0">
          <a:noAutofit/>
        </a:bodyPr>
        <a:lstStyle/>
        <a:p>
          <a:pPr marL="0" lvl="0" indent="0" algn="ctr" defTabSz="755650">
            <a:lnSpc>
              <a:spcPct val="90000"/>
            </a:lnSpc>
            <a:spcBef>
              <a:spcPct val="0"/>
            </a:spcBef>
            <a:spcAft>
              <a:spcPct val="35000"/>
            </a:spcAft>
            <a:buNone/>
          </a:pPr>
          <a:r>
            <a:rPr lang="en-US" sz="1700" kern="1200"/>
            <a:t>Using</a:t>
          </a:r>
        </a:p>
      </dsp:txBody>
      <dsp:txXfrm>
        <a:off x="0" y="3163909"/>
        <a:ext cx="1269700" cy="745597"/>
      </dsp:txXfrm>
    </dsp:sp>
    <dsp:sp modelId="{7F9C991C-59C0-494B-8DF7-44487363D692}">
      <dsp:nvSpPr>
        <dsp:cNvPr id="0" name=""/>
        <dsp:cNvSpPr/>
      </dsp:nvSpPr>
      <dsp:spPr>
        <a:xfrm>
          <a:off x="1269700" y="3954243"/>
          <a:ext cx="5078800" cy="745597"/>
        </a:xfrm>
        <a:prstGeom prst="rect">
          <a:avLst/>
        </a:prstGeom>
        <a:gradFill rotWithShape="0">
          <a:gsLst>
            <a:gs pos="0">
              <a:schemeClr val="accent5">
                <a:hueOff val="8949097"/>
                <a:satOff val="-1203"/>
                <a:lumOff val="11928"/>
                <a:alphaOff val="0"/>
                <a:tint val="97000"/>
                <a:satMod val="100000"/>
                <a:lumMod val="102000"/>
              </a:schemeClr>
            </a:gs>
            <a:gs pos="50000">
              <a:schemeClr val="accent5">
                <a:hueOff val="8949097"/>
                <a:satOff val="-1203"/>
                <a:lumOff val="11928"/>
                <a:alphaOff val="0"/>
                <a:shade val="100000"/>
                <a:satMod val="100000"/>
                <a:lumMod val="100000"/>
              </a:schemeClr>
            </a:gs>
            <a:gs pos="100000">
              <a:schemeClr val="accent5">
                <a:hueOff val="8949097"/>
                <a:satOff val="-1203"/>
                <a:lumOff val="11928"/>
                <a:alphaOff val="0"/>
                <a:shade val="80000"/>
                <a:satMod val="100000"/>
                <a:lumMod val="99000"/>
              </a:schemeClr>
            </a:gs>
          </a:gsLst>
          <a:lin ang="2700000" scaled="0"/>
        </a:gradFill>
        <a:ln w="9525" cap="flat" cmpd="sng" algn="ctr">
          <a:solidFill>
            <a:schemeClr val="accent5">
              <a:hueOff val="8949097"/>
              <a:satOff val="-1203"/>
              <a:lumOff val="11928"/>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98543" tIns="189382" rIns="98543" bIns="189382" numCol="1" spcCol="1270" anchor="ctr" anchorCtr="0">
          <a:noAutofit/>
        </a:bodyPr>
        <a:lstStyle/>
        <a:p>
          <a:pPr marL="0" lvl="0" indent="0" algn="l" defTabSz="800100">
            <a:lnSpc>
              <a:spcPct val="90000"/>
            </a:lnSpc>
            <a:spcBef>
              <a:spcPct val="0"/>
            </a:spcBef>
            <a:spcAft>
              <a:spcPct val="35000"/>
            </a:spcAft>
            <a:buNone/>
          </a:pPr>
          <a:r>
            <a:rPr lang="en-US" sz="1800" kern="1200"/>
            <a:t>Amending documents to match their gender identity, e.g., school records </a:t>
          </a:r>
        </a:p>
      </dsp:txBody>
      <dsp:txXfrm>
        <a:off x="1269700" y="3954243"/>
        <a:ext cx="5078800" cy="745597"/>
      </dsp:txXfrm>
    </dsp:sp>
    <dsp:sp modelId="{EBA3116B-A3A3-4698-A1DE-6E05D0620AC8}">
      <dsp:nvSpPr>
        <dsp:cNvPr id="0" name=""/>
        <dsp:cNvSpPr/>
      </dsp:nvSpPr>
      <dsp:spPr>
        <a:xfrm>
          <a:off x="0" y="3954243"/>
          <a:ext cx="1269700" cy="745597"/>
        </a:xfrm>
        <a:prstGeom prst="rect">
          <a:avLst/>
        </a:prstGeom>
        <a:solidFill>
          <a:schemeClr val="lt1">
            <a:hueOff val="0"/>
            <a:satOff val="0"/>
            <a:lumOff val="0"/>
            <a:alphaOff val="0"/>
          </a:schemeClr>
        </a:solidFill>
        <a:ln w="9525" cap="flat" cmpd="sng" algn="ctr">
          <a:solidFill>
            <a:schemeClr val="accent5">
              <a:hueOff val="8949097"/>
              <a:satOff val="-1203"/>
              <a:lumOff val="11928"/>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7188" tIns="73649" rIns="67188" bIns="73649" numCol="1" spcCol="1270" anchor="ctr" anchorCtr="0">
          <a:noAutofit/>
        </a:bodyPr>
        <a:lstStyle/>
        <a:p>
          <a:pPr marL="0" lvl="0" indent="0" algn="ctr" defTabSz="755650">
            <a:lnSpc>
              <a:spcPct val="90000"/>
            </a:lnSpc>
            <a:spcBef>
              <a:spcPct val="0"/>
            </a:spcBef>
            <a:spcAft>
              <a:spcPct val="35000"/>
            </a:spcAft>
            <a:buNone/>
          </a:pPr>
          <a:r>
            <a:rPr lang="en-US" sz="1700" kern="1200"/>
            <a:t>Amending</a:t>
          </a:r>
        </a:p>
      </dsp:txBody>
      <dsp:txXfrm>
        <a:off x="0" y="3954243"/>
        <a:ext cx="1269700" cy="745597"/>
      </dsp:txXfrm>
    </dsp:sp>
    <dsp:sp modelId="{1897CD4E-721A-4EFA-BBE2-105A68CCFAD8}">
      <dsp:nvSpPr>
        <dsp:cNvPr id="0" name=""/>
        <dsp:cNvSpPr/>
      </dsp:nvSpPr>
      <dsp:spPr>
        <a:xfrm>
          <a:off x="1269700" y="4744577"/>
          <a:ext cx="5078800" cy="745597"/>
        </a:xfrm>
        <a:prstGeom prst="rect">
          <a:avLst/>
        </a:prstGeom>
        <a:gradFill rotWithShape="0">
          <a:gsLst>
            <a:gs pos="0">
              <a:schemeClr val="accent5">
                <a:hueOff val="10738916"/>
                <a:satOff val="-1444"/>
                <a:lumOff val="14313"/>
                <a:alphaOff val="0"/>
                <a:tint val="97000"/>
                <a:satMod val="100000"/>
                <a:lumMod val="102000"/>
              </a:schemeClr>
            </a:gs>
            <a:gs pos="50000">
              <a:schemeClr val="accent5">
                <a:hueOff val="10738916"/>
                <a:satOff val="-1444"/>
                <a:lumOff val="14313"/>
                <a:alphaOff val="0"/>
                <a:shade val="100000"/>
                <a:satMod val="100000"/>
                <a:lumMod val="100000"/>
              </a:schemeClr>
            </a:gs>
            <a:gs pos="100000">
              <a:schemeClr val="accent5">
                <a:hueOff val="10738916"/>
                <a:satOff val="-1444"/>
                <a:lumOff val="14313"/>
                <a:alphaOff val="0"/>
                <a:shade val="80000"/>
                <a:satMod val="100000"/>
                <a:lumMod val="99000"/>
              </a:schemeClr>
            </a:gs>
          </a:gsLst>
          <a:lin ang="2700000" scaled="0"/>
        </a:gradFill>
        <a:ln w="9525" cap="flat" cmpd="sng" algn="ctr">
          <a:solidFill>
            <a:schemeClr val="accent5">
              <a:hueOff val="10738916"/>
              <a:satOff val="-1444"/>
              <a:lumOff val="14313"/>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98543" tIns="189382" rIns="98543" bIns="189382" numCol="1" spcCol="1270" anchor="ctr" anchorCtr="0">
          <a:noAutofit/>
        </a:bodyPr>
        <a:lstStyle/>
        <a:p>
          <a:pPr marL="0" lvl="0" indent="0" algn="l" defTabSz="800100">
            <a:lnSpc>
              <a:spcPct val="90000"/>
            </a:lnSpc>
            <a:spcBef>
              <a:spcPct val="0"/>
            </a:spcBef>
            <a:spcAft>
              <a:spcPct val="35000"/>
            </a:spcAft>
            <a:buNone/>
          </a:pPr>
          <a:r>
            <a:rPr lang="en-US" sz="1800" kern="1200"/>
            <a:t>Participating in activities in alignment with their gender identity, e.g., sport</a:t>
          </a:r>
        </a:p>
      </dsp:txBody>
      <dsp:txXfrm>
        <a:off x="1269700" y="4744577"/>
        <a:ext cx="5078800" cy="745597"/>
      </dsp:txXfrm>
    </dsp:sp>
    <dsp:sp modelId="{09EC22B1-B1C9-4DB6-8CB6-C114A7869E2E}">
      <dsp:nvSpPr>
        <dsp:cNvPr id="0" name=""/>
        <dsp:cNvSpPr/>
      </dsp:nvSpPr>
      <dsp:spPr>
        <a:xfrm>
          <a:off x="0" y="4744577"/>
          <a:ext cx="1269700" cy="745597"/>
        </a:xfrm>
        <a:prstGeom prst="rect">
          <a:avLst/>
        </a:prstGeom>
        <a:solidFill>
          <a:schemeClr val="lt1">
            <a:hueOff val="0"/>
            <a:satOff val="0"/>
            <a:lumOff val="0"/>
            <a:alphaOff val="0"/>
          </a:schemeClr>
        </a:solidFill>
        <a:ln w="9525" cap="flat" cmpd="sng" algn="ctr">
          <a:solidFill>
            <a:schemeClr val="accent5">
              <a:hueOff val="10738916"/>
              <a:satOff val="-1444"/>
              <a:lumOff val="1431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7188" tIns="73649" rIns="67188" bIns="73649" numCol="1" spcCol="1270" anchor="ctr" anchorCtr="0">
          <a:noAutofit/>
        </a:bodyPr>
        <a:lstStyle/>
        <a:p>
          <a:pPr marL="0" lvl="0" indent="0" algn="ctr" defTabSz="755650">
            <a:lnSpc>
              <a:spcPct val="90000"/>
            </a:lnSpc>
            <a:spcBef>
              <a:spcPct val="0"/>
            </a:spcBef>
            <a:spcAft>
              <a:spcPct val="35000"/>
            </a:spcAft>
            <a:buNone/>
          </a:pPr>
          <a:r>
            <a:rPr lang="en-US" sz="1700" kern="1200"/>
            <a:t>Participating</a:t>
          </a:r>
        </a:p>
      </dsp:txBody>
      <dsp:txXfrm>
        <a:off x="0" y="4744577"/>
        <a:ext cx="1269700" cy="74559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2">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1B9CAE-5194-4372-8C4D-733593448A61}" type="datetimeFigureOut">
              <a:rPr lang="en-AU" smtClean="0"/>
              <a:t>16/08/2026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B56C9-64AD-4FCC-81DD-74E56C180BDF}" type="slidenum">
              <a:rPr lang="en-AU" smtClean="0"/>
              <a:t>‹#›</a:t>
            </a:fld>
            <a:endParaRPr lang="en-AU"/>
          </a:p>
        </p:txBody>
      </p:sp>
    </p:spTree>
    <p:extLst>
      <p:ext uri="{BB962C8B-B14F-4D97-AF65-F5344CB8AC3E}">
        <p14:creationId xmlns:p14="http://schemas.microsoft.com/office/powerpoint/2010/main" val="1464433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tx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7" name="Date Placeholder 6"/>
          <p:cNvSpPr>
            <a:spLocks noGrp="1"/>
          </p:cNvSpPr>
          <p:nvPr>
            <p:ph type="dt" sz="half" idx="10"/>
          </p:nvPr>
        </p:nvSpPr>
        <p:spPr/>
        <p:txBody>
          <a:bodyPr/>
          <a:lstStyle/>
          <a:p>
            <a:fld id="{2382517F-EB5B-4CC1-81B5-46A6AE5CBCA0}" type="datetime1">
              <a:rPr lang="en-US" smtClean="0"/>
              <a:t>8/16/2026</a:t>
            </a:fld>
            <a:endParaRPr lang="en-US"/>
          </a:p>
        </p:txBody>
      </p:sp>
      <p:sp>
        <p:nvSpPr>
          <p:cNvPr id="8" name="Footer Placeholder 7"/>
          <p:cNvSpPr>
            <a:spLocks noGrp="1"/>
          </p:cNvSpPr>
          <p:nvPr>
            <p:ph type="ftr" sz="quarter" idx="11"/>
          </p:nvPr>
        </p:nvSpPr>
        <p:spPr/>
        <p:txBody>
          <a:bodyPr/>
          <a:lstStyle/>
          <a:p>
            <a:r>
              <a:rPr lang="en-AU"/>
              <a:t>Connect session 11 Wear it Purple</a:t>
            </a:r>
            <a:endParaRPr lang="en-US"/>
          </a:p>
        </p:txBody>
      </p:sp>
      <p:sp>
        <p:nvSpPr>
          <p:cNvPr id="9" name="Slide Number Placeholder 8"/>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333571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6593A9-60BA-4A39-A48A-E083069D0C38}" type="datetime1">
              <a:rPr lang="en-US" smtClean="0"/>
              <a:t>8/16/2026</a:t>
            </a:fld>
            <a:endParaRPr lang="en-US"/>
          </a:p>
        </p:txBody>
      </p:sp>
      <p:sp>
        <p:nvSpPr>
          <p:cNvPr id="5" name="Footer Placeholder 4"/>
          <p:cNvSpPr>
            <a:spLocks noGrp="1"/>
          </p:cNvSpPr>
          <p:nvPr>
            <p:ph type="ftr" sz="quarter" idx="11"/>
          </p:nvPr>
        </p:nvSpPr>
        <p:spPr/>
        <p:txBody>
          <a:bodyPr/>
          <a:lstStyle/>
          <a:p>
            <a:r>
              <a:rPr lang="en-AU"/>
              <a:t>Connect session 11 Wear it Purple</a:t>
            </a:r>
            <a:endParaRPr lang="en-US"/>
          </a:p>
        </p:txBody>
      </p:sp>
      <p:sp>
        <p:nvSpPr>
          <p:cNvPr id="6" name="Slide Number Placeholder 5"/>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3444703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D94B74-4251-4F02-AA7B-5F99BAE1AB33}" type="datetime1">
              <a:rPr lang="en-US" smtClean="0"/>
              <a:t>8/16/2026</a:t>
            </a:fld>
            <a:endParaRPr lang="en-US"/>
          </a:p>
        </p:txBody>
      </p:sp>
      <p:sp>
        <p:nvSpPr>
          <p:cNvPr id="5" name="Footer Placeholder 4"/>
          <p:cNvSpPr>
            <a:spLocks noGrp="1"/>
          </p:cNvSpPr>
          <p:nvPr>
            <p:ph type="ftr" sz="quarter" idx="11"/>
          </p:nvPr>
        </p:nvSpPr>
        <p:spPr/>
        <p:txBody>
          <a:bodyPr/>
          <a:lstStyle/>
          <a:p>
            <a:r>
              <a:rPr lang="en-AU"/>
              <a:t>Connect session 11 Wear it Purple</a:t>
            </a:r>
            <a:endParaRPr lang="en-US"/>
          </a:p>
        </p:txBody>
      </p:sp>
      <p:sp>
        <p:nvSpPr>
          <p:cNvPr id="6" name="Slide Number Placeholder 5"/>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1537724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B1441F2-AC95-4D8C-9F5C-0E48992719C1}" type="datetime1">
              <a:rPr lang="en-US" smtClean="0"/>
              <a:t>8/16/2026</a:t>
            </a:fld>
            <a:endParaRPr lang="en-US"/>
          </a:p>
        </p:txBody>
      </p:sp>
      <p:sp>
        <p:nvSpPr>
          <p:cNvPr id="6" name="Footer Placeholder 5"/>
          <p:cNvSpPr>
            <a:spLocks noGrp="1"/>
          </p:cNvSpPr>
          <p:nvPr>
            <p:ph type="ftr" sz="quarter" idx="11"/>
          </p:nvPr>
        </p:nvSpPr>
        <p:spPr/>
        <p:txBody>
          <a:bodyPr/>
          <a:lstStyle/>
          <a:p>
            <a:r>
              <a:rPr lang="en-AU"/>
              <a:t>Connect session 11 Wear it Purple</a:t>
            </a:r>
            <a:endParaRPr lang="en-US"/>
          </a:p>
        </p:txBody>
      </p:sp>
      <p:sp>
        <p:nvSpPr>
          <p:cNvPr id="7" name="Slide Number Placeholder 6"/>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442561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52391F7-1026-40FC-8AE8-38C71874B7E8}" type="datetime1">
              <a:rPr lang="en-US" smtClean="0"/>
              <a:t>8/16/2026</a:t>
            </a:fld>
            <a:endParaRPr lang="en-US"/>
          </a:p>
        </p:txBody>
      </p:sp>
      <p:sp>
        <p:nvSpPr>
          <p:cNvPr id="8" name="Footer Placeholder 7"/>
          <p:cNvSpPr>
            <a:spLocks noGrp="1"/>
          </p:cNvSpPr>
          <p:nvPr>
            <p:ph type="ftr" sz="quarter" idx="11"/>
          </p:nvPr>
        </p:nvSpPr>
        <p:spPr/>
        <p:txBody>
          <a:bodyPr/>
          <a:lstStyle/>
          <a:p>
            <a:r>
              <a:rPr lang="en-AU"/>
              <a:t>Connect session 11 Wear it Purple</a:t>
            </a:r>
            <a:endParaRPr lang="en-US"/>
          </a:p>
        </p:txBody>
      </p:sp>
      <p:sp>
        <p:nvSpPr>
          <p:cNvPr id="9" name="Slide Number Placeholder 8"/>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1054613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7E7854F-9594-4B38-8332-79722E618B50}" type="datetime1">
              <a:rPr lang="en-US" smtClean="0"/>
              <a:t>8/16/2026</a:t>
            </a:fld>
            <a:endParaRPr lang="en-US"/>
          </a:p>
        </p:txBody>
      </p:sp>
      <p:sp>
        <p:nvSpPr>
          <p:cNvPr id="4" name="Footer Placeholder 3"/>
          <p:cNvSpPr>
            <a:spLocks noGrp="1"/>
          </p:cNvSpPr>
          <p:nvPr>
            <p:ph type="ftr" sz="quarter" idx="11"/>
          </p:nvPr>
        </p:nvSpPr>
        <p:spPr/>
        <p:txBody>
          <a:bodyPr/>
          <a:lstStyle/>
          <a:p>
            <a:r>
              <a:rPr lang="en-AU"/>
              <a:t>Connect session 11 Wear it Purple</a:t>
            </a:r>
            <a:endParaRPr lang="en-US"/>
          </a:p>
        </p:txBody>
      </p:sp>
      <p:sp>
        <p:nvSpPr>
          <p:cNvPr id="5" name="Slide Number Placeholder 4"/>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3335718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E1A1DF-5DE7-4DE3-A018-816A38FE9AAE}" type="datetime1">
              <a:rPr lang="en-US" smtClean="0"/>
              <a:t>8/16/2026</a:t>
            </a:fld>
            <a:endParaRPr lang="en-US"/>
          </a:p>
        </p:txBody>
      </p:sp>
      <p:sp>
        <p:nvSpPr>
          <p:cNvPr id="3" name="Footer Placeholder 2"/>
          <p:cNvSpPr>
            <a:spLocks noGrp="1"/>
          </p:cNvSpPr>
          <p:nvPr>
            <p:ph type="ftr" sz="quarter" idx="11"/>
          </p:nvPr>
        </p:nvSpPr>
        <p:spPr/>
        <p:txBody>
          <a:bodyPr/>
          <a:lstStyle/>
          <a:p>
            <a:r>
              <a:rPr lang="en-AU"/>
              <a:t>Connect session 11 Wear it Purple</a:t>
            </a:r>
            <a:endParaRPr lang="en-US"/>
          </a:p>
        </p:txBody>
      </p:sp>
      <p:sp>
        <p:nvSpPr>
          <p:cNvPr id="4" name="Slide Number Placeholder 3"/>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2838241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CD2624C5-1932-415B-B559-A2B48D68E1FE}" type="datetime1">
              <a:rPr lang="en-US" smtClean="0"/>
              <a:t>8/16/2026</a:t>
            </a:fld>
            <a:endParaRPr lang="en-US"/>
          </a:p>
        </p:txBody>
      </p:sp>
      <p:sp>
        <p:nvSpPr>
          <p:cNvPr id="6" name="Footer Placeholder 5"/>
          <p:cNvSpPr>
            <a:spLocks noGrp="1"/>
          </p:cNvSpPr>
          <p:nvPr>
            <p:ph type="ftr" sz="quarter" idx="11"/>
          </p:nvPr>
        </p:nvSpPr>
        <p:spPr/>
        <p:txBody>
          <a:bodyPr/>
          <a:lstStyle/>
          <a:p>
            <a:r>
              <a:rPr lang="en-AU"/>
              <a:t>Connect session 11 Wear it Purple</a:t>
            </a:r>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FA4FCA09-A334-4A38-8A78-E51DCD588AB3}" type="slidenum">
              <a:rPr lang="en-US" smtClean="0"/>
              <a:t>‹#›</a:t>
            </a:fld>
            <a:endParaRPr lang="en-US"/>
          </a:p>
        </p:txBody>
      </p:sp>
    </p:spTree>
    <p:extLst>
      <p:ext uri="{BB962C8B-B14F-4D97-AF65-F5344CB8AC3E}">
        <p14:creationId xmlns:p14="http://schemas.microsoft.com/office/powerpoint/2010/main" val="3078000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chemeClr val="tx1"/>
                </a:solidFill>
              </a:defRPr>
            </a:lvl1pPr>
          </a:lstStyle>
          <a:p>
            <a:r>
              <a:rPr lang="en-US"/>
              <a:t>Click to edit Master title style</a:t>
            </a:r>
          </a:p>
        </p:txBody>
      </p:sp>
      <p:sp>
        <p:nvSpPr>
          <p:cNvPr id="3" name="Picture Placeholder 2"/>
          <p:cNvSpPr>
            <a:spLocks noGrp="1" noChangeAspect="1"/>
          </p:cNvSpPr>
          <p:nvPr>
            <p:ph type="pic" idx="1"/>
          </p:nvPr>
        </p:nvSpPr>
        <p:spPr>
          <a:xfrm>
            <a:off x="0" y="0"/>
            <a:ext cx="12192000" cy="5330952"/>
          </a:xfrm>
          <a:solidFill>
            <a:schemeClr val="accent1">
              <a:lumMod val="20000"/>
              <a:lumOff val="80000"/>
            </a:schemeClr>
          </a:solidFill>
        </p:spPr>
        <p:txBody>
          <a:bodyPr anchor="t"/>
          <a:lstStyle>
            <a:lvl1pPr marL="0" indent="0" algn="ctr">
              <a:spcBef>
                <a:spcPts val="800"/>
              </a:spcBef>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Date Placeholder 8"/>
          <p:cNvSpPr>
            <a:spLocks noGrp="1"/>
          </p:cNvSpPr>
          <p:nvPr>
            <p:ph type="dt" sz="half" idx="10"/>
          </p:nvPr>
        </p:nvSpPr>
        <p:spPr/>
        <p:txBody>
          <a:bodyPr/>
          <a:lstStyle/>
          <a:p>
            <a:fld id="{62820A29-5457-4576-8747-74C9B30207F9}" type="datetime1">
              <a:rPr lang="en-US" smtClean="0"/>
              <a:t>8/16/2026</a:t>
            </a:fld>
            <a:endParaRPr lang="en-US"/>
          </a:p>
        </p:txBody>
      </p:sp>
      <p:sp>
        <p:nvSpPr>
          <p:cNvPr id="10" name="Footer Placeholder 9"/>
          <p:cNvSpPr>
            <a:spLocks noGrp="1"/>
          </p:cNvSpPr>
          <p:nvPr>
            <p:ph type="ftr" sz="quarter" idx="11"/>
          </p:nvPr>
        </p:nvSpPr>
        <p:spPr/>
        <p:txBody>
          <a:bodyPr/>
          <a:lstStyle/>
          <a:p>
            <a:r>
              <a:rPr lang="en-AU"/>
              <a:t>Connect session 11 Wear it Purple</a:t>
            </a:r>
            <a:endParaRPr lang="en-US"/>
          </a:p>
        </p:txBody>
      </p:sp>
      <p:sp>
        <p:nvSpPr>
          <p:cNvPr id="11" name="Slide Number Placeholder 10"/>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4255622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8A33BF-C38A-4961-9DE1-4ADF5EAD8BDB}" type="datetime1">
              <a:rPr lang="en-US" smtClean="0"/>
              <a:t>8/16/2026</a:t>
            </a:fld>
            <a:endParaRPr lang="en-US"/>
          </a:p>
        </p:txBody>
      </p:sp>
      <p:sp>
        <p:nvSpPr>
          <p:cNvPr id="5" name="Footer Placeholder 4"/>
          <p:cNvSpPr>
            <a:spLocks noGrp="1"/>
          </p:cNvSpPr>
          <p:nvPr>
            <p:ph type="ftr" sz="quarter" idx="11"/>
          </p:nvPr>
        </p:nvSpPr>
        <p:spPr/>
        <p:txBody>
          <a:bodyPr/>
          <a:lstStyle/>
          <a:p>
            <a:r>
              <a:rPr lang="en-AU"/>
              <a:t>Connect session 11 Wear it Purple</a:t>
            </a:r>
            <a:endParaRPr lang="en-US"/>
          </a:p>
        </p:txBody>
      </p:sp>
      <p:sp>
        <p:nvSpPr>
          <p:cNvPr id="6" name="Slide Number Placeholder 5"/>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2207970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3046D7-0988-4EDC-8444-22EF95EF15BA}" type="datetime1">
              <a:rPr lang="en-US" smtClean="0"/>
              <a:t>8/16/2026</a:t>
            </a:fld>
            <a:endParaRPr lang="en-US"/>
          </a:p>
        </p:txBody>
      </p:sp>
      <p:sp>
        <p:nvSpPr>
          <p:cNvPr id="5" name="Footer Placeholder 4"/>
          <p:cNvSpPr>
            <a:spLocks noGrp="1"/>
          </p:cNvSpPr>
          <p:nvPr>
            <p:ph type="ftr" sz="quarter" idx="11"/>
          </p:nvPr>
        </p:nvSpPr>
        <p:spPr/>
        <p:txBody>
          <a:bodyPr/>
          <a:lstStyle/>
          <a:p>
            <a:r>
              <a:rPr lang="en-AU"/>
              <a:t>Connect session 11 Wear it Purple</a:t>
            </a:r>
            <a:endParaRPr lang="en-US"/>
          </a:p>
        </p:txBody>
      </p:sp>
      <p:sp>
        <p:nvSpPr>
          <p:cNvPr id="6" name="Slide Number Placeholder 5"/>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2556111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54F4966B-CEF7-4C48-8168-23A311E1E97A}" type="datetime1">
              <a:rPr lang="en-US" smtClean="0"/>
              <a:t>8/16/2026</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r>
              <a:rPr lang="en-AU"/>
              <a:t>Connect session 11 Wear it Purple</a:t>
            </a:r>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tx1">
                    <a:alpha val="20000"/>
                  </a:schemeClr>
                </a:solidFill>
                <a:latin typeface="+mj-lt"/>
              </a:defRPr>
            </a:lvl1pPr>
          </a:lstStyle>
          <a:p>
            <a:fld id="{FA4FCA09-A334-4A38-8A78-E51DCD588AB3}" type="slidenum">
              <a:rPr lang="en-US" smtClean="0"/>
              <a:t>‹#›</a:t>
            </a:fld>
            <a:endParaRPr lang="en-US"/>
          </a:p>
        </p:txBody>
      </p:sp>
    </p:spTree>
    <p:extLst>
      <p:ext uri="{BB962C8B-B14F-4D97-AF65-F5344CB8AC3E}">
        <p14:creationId xmlns:p14="http://schemas.microsoft.com/office/powerpoint/2010/main" val="587057885"/>
      </p:ext>
    </p:extLst>
  </p:cSld>
  <p:clrMap bg1="dk1" tx1="lt1" bg2="dk2" tx2="lt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hf hdr="0" dt="0"/>
  <p:txStyles>
    <p:titleStyle>
      <a:lvl1pPr algn="l" defTabSz="914400" rtl="0" eaLnBrk="1" latinLnBrk="0" hangingPunct="1">
        <a:lnSpc>
          <a:spcPct val="85000"/>
        </a:lnSpc>
        <a:spcBef>
          <a:spcPct val="0"/>
        </a:spcBef>
        <a:buNone/>
        <a:defRPr sz="5400" kern="1200" spc="-12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accent1"/>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75000"/>
              <a:lumOff val="2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65000"/>
              <a:lumOff val="3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2.xml"/><Relationship Id="rId1" Type="http://schemas.openxmlformats.org/officeDocument/2006/relationships/video" Target="https://www.youtube.com/embed/YxYYQ0-gGGA?feature=oembed"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6EE1D14-4032-E38B-6CD8-6E86A40BDDC6}"/>
              </a:ext>
            </a:extLst>
          </p:cNvPr>
          <p:cNvSpPr>
            <a:spLocks noGrp="1"/>
          </p:cNvSpPr>
          <p:nvPr>
            <p:ph type="ftr" sz="quarter" idx="11"/>
          </p:nvPr>
        </p:nvSpPr>
        <p:spPr/>
        <p:txBody>
          <a:bodyPr/>
          <a:lstStyle/>
          <a:p>
            <a:r>
              <a:rPr lang="en-AU"/>
              <a:t>Connect session 11 Wear it Purple</a:t>
            </a:r>
            <a:endParaRPr lang="en-US"/>
          </a:p>
        </p:txBody>
      </p:sp>
      <p:sp>
        <p:nvSpPr>
          <p:cNvPr id="3" name="Slide Number Placeholder 2">
            <a:extLst>
              <a:ext uri="{FF2B5EF4-FFF2-40B4-BE49-F238E27FC236}">
                <a16:creationId xmlns:a16="http://schemas.microsoft.com/office/drawing/2014/main" id="{DBF8DC0B-D8D1-6013-B85F-C544181B64B2}"/>
              </a:ext>
            </a:extLst>
          </p:cNvPr>
          <p:cNvSpPr>
            <a:spLocks noGrp="1"/>
          </p:cNvSpPr>
          <p:nvPr>
            <p:ph type="sldNum" sz="quarter" idx="12"/>
          </p:nvPr>
        </p:nvSpPr>
        <p:spPr/>
        <p:txBody>
          <a:bodyPr/>
          <a:lstStyle/>
          <a:p>
            <a:fld id="{FA4FCA09-A334-4A38-8A78-E51DCD588AB3}" type="slidenum">
              <a:rPr lang="en-US" smtClean="0"/>
              <a:t>1</a:t>
            </a:fld>
            <a:endParaRPr lang="en-US"/>
          </a:p>
        </p:txBody>
      </p:sp>
      <p:pic>
        <p:nvPicPr>
          <p:cNvPr id="4" name="Picture 3">
            <a:extLst>
              <a:ext uri="{FF2B5EF4-FFF2-40B4-BE49-F238E27FC236}">
                <a16:creationId xmlns:a16="http://schemas.microsoft.com/office/drawing/2014/main" id="{D4A4A992-A6D9-9339-47AC-3213DB5AB597}"/>
              </a:ext>
            </a:extLst>
          </p:cNvPr>
          <p:cNvPicPr>
            <a:picLocks noChangeAspect="1"/>
          </p:cNvPicPr>
          <p:nvPr/>
        </p:nvPicPr>
        <p:blipFill>
          <a:blip r:embed="rId2"/>
          <a:stretch>
            <a:fillRect/>
          </a:stretch>
        </p:blipFill>
        <p:spPr>
          <a:xfrm>
            <a:off x="30515" y="0"/>
            <a:ext cx="12130970" cy="6858000"/>
          </a:xfrm>
          <a:prstGeom prst="rect">
            <a:avLst/>
          </a:prstGeom>
        </p:spPr>
      </p:pic>
    </p:spTree>
    <p:extLst>
      <p:ext uri="{BB962C8B-B14F-4D97-AF65-F5344CB8AC3E}">
        <p14:creationId xmlns:p14="http://schemas.microsoft.com/office/powerpoint/2010/main" val="1543372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76DB3F8-B88C-408C-ABAC-81FBA06FBD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992" y="0"/>
            <a:ext cx="4636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Question mark on green pastel background">
            <a:extLst>
              <a:ext uri="{FF2B5EF4-FFF2-40B4-BE49-F238E27FC236}">
                <a16:creationId xmlns:a16="http://schemas.microsoft.com/office/drawing/2014/main" id="{CDF48E4A-AD5E-84B2-BA99-2B1CE58DBAB7}"/>
              </a:ext>
            </a:extLst>
          </p:cNvPr>
          <p:cNvPicPr>
            <a:picLocks noChangeAspect="1"/>
          </p:cNvPicPr>
          <p:nvPr/>
        </p:nvPicPr>
        <p:blipFill rotWithShape="1">
          <a:blip r:embed="rId2"/>
          <a:srcRect l="44625" t="2252"/>
          <a:stretch/>
        </p:blipFill>
        <p:spPr>
          <a:xfrm>
            <a:off x="7041931" y="0"/>
            <a:ext cx="5208981" cy="6896178"/>
          </a:xfrm>
          <a:prstGeom prst="rect">
            <a:avLst/>
          </a:prstGeom>
          <a:noFill/>
        </p:spPr>
      </p:pic>
      <p:sp>
        <p:nvSpPr>
          <p:cNvPr id="5" name="Slide Number Placeholder 4">
            <a:extLst>
              <a:ext uri="{FF2B5EF4-FFF2-40B4-BE49-F238E27FC236}">
                <a16:creationId xmlns:a16="http://schemas.microsoft.com/office/drawing/2014/main" id="{608FF0BC-5973-1B16-5068-8FBDFDD9F46D}"/>
              </a:ext>
            </a:extLst>
          </p:cNvPr>
          <p:cNvSpPr>
            <a:spLocks noGrp="1"/>
          </p:cNvSpPr>
          <p:nvPr>
            <p:ph type="sldNum" sz="quarter" idx="12"/>
          </p:nvPr>
        </p:nvSpPr>
        <p:spPr>
          <a:xfrm>
            <a:off x="8763926" y="5876412"/>
            <a:ext cx="2926080" cy="1397039"/>
          </a:xfrm>
        </p:spPr>
        <p:txBody>
          <a:bodyPr>
            <a:normAutofit/>
          </a:bodyPr>
          <a:lstStyle/>
          <a:p>
            <a:pPr>
              <a:lnSpc>
                <a:spcPct val="90000"/>
              </a:lnSpc>
              <a:spcAft>
                <a:spcPts val="600"/>
              </a:spcAft>
            </a:pPr>
            <a:fld id="{FA4FCA09-A334-4A38-8A78-E51DCD588AB3}" type="slidenum">
              <a:rPr lang="en-US" sz="9500">
                <a:solidFill>
                  <a:srgbClr val="FFFFFF">
                    <a:alpha val="25000"/>
                  </a:srgbClr>
                </a:solidFill>
              </a:rPr>
              <a:pPr>
                <a:lnSpc>
                  <a:spcPct val="90000"/>
                </a:lnSpc>
                <a:spcAft>
                  <a:spcPts val="600"/>
                </a:spcAft>
              </a:pPr>
              <a:t>2</a:t>
            </a:fld>
            <a:endParaRPr lang="en-US" sz="9500">
              <a:solidFill>
                <a:srgbClr val="FFFFFF">
                  <a:alpha val="25000"/>
                </a:srgbClr>
              </a:solidFill>
            </a:endParaRPr>
          </a:p>
        </p:txBody>
      </p:sp>
      <p:sp>
        <p:nvSpPr>
          <p:cNvPr id="11" name="TextBox 10">
            <a:extLst>
              <a:ext uri="{FF2B5EF4-FFF2-40B4-BE49-F238E27FC236}">
                <a16:creationId xmlns:a16="http://schemas.microsoft.com/office/drawing/2014/main" id="{6C6EEDC7-3097-9F0E-DBE1-98CE955A9C03}"/>
              </a:ext>
            </a:extLst>
          </p:cNvPr>
          <p:cNvSpPr txBox="1"/>
          <p:nvPr/>
        </p:nvSpPr>
        <p:spPr>
          <a:xfrm>
            <a:off x="352596" y="1090321"/>
            <a:ext cx="6894786" cy="1754326"/>
          </a:xfrm>
          <a:prstGeom prst="rect">
            <a:avLst/>
          </a:prstGeom>
          <a:noFill/>
        </p:spPr>
        <p:txBody>
          <a:bodyPr wrap="square">
            <a:spAutoFit/>
          </a:bodyPr>
          <a:lstStyle/>
          <a:p>
            <a:r>
              <a:rPr lang="en-AU" sz="5400">
                <a:solidFill>
                  <a:srgbClr val="FFFFFF"/>
                </a:solidFill>
              </a:rPr>
              <a:t>What does LGBTQIA+ mean?</a:t>
            </a:r>
          </a:p>
        </p:txBody>
      </p:sp>
      <p:sp>
        <p:nvSpPr>
          <p:cNvPr id="13" name="TextBox 12">
            <a:extLst>
              <a:ext uri="{FF2B5EF4-FFF2-40B4-BE49-F238E27FC236}">
                <a16:creationId xmlns:a16="http://schemas.microsoft.com/office/drawing/2014/main" id="{3045EAB6-FD74-B1EF-9AFE-45EB5EA43237}"/>
              </a:ext>
            </a:extLst>
          </p:cNvPr>
          <p:cNvSpPr txBox="1"/>
          <p:nvPr/>
        </p:nvSpPr>
        <p:spPr>
          <a:xfrm>
            <a:off x="428033" y="3360780"/>
            <a:ext cx="6508142" cy="2585323"/>
          </a:xfrm>
          <a:prstGeom prst="rect">
            <a:avLst/>
          </a:prstGeom>
          <a:noFill/>
        </p:spPr>
        <p:txBody>
          <a:bodyPr wrap="square">
            <a:spAutoFit/>
          </a:bodyPr>
          <a:lstStyle/>
          <a:p>
            <a:r>
              <a:rPr lang="en-AU" sz="5400">
                <a:solidFill>
                  <a:srgbClr val="FFFFFF"/>
                </a:solidFill>
              </a:rPr>
              <a:t>Does anyone know what the acronym stands for?</a:t>
            </a:r>
          </a:p>
        </p:txBody>
      </p:sp>
    </p:spTree>
    <p:extLst>
      <p:ext uri="{BB962C8B-B14F-4D97-AF65-F5344CB8AC3E}">
        <p14:creationId xmlns:p14="http://schemas.microsoft.com/office/powerpoint/2010/main" val="3517896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42BB31C-290C-73BD-77B1-F849534ADFD9}"/>
              </a:ext>
            </a:extLst>
          </p:cNvPr>
          <p:cNvSpPr>
            <a:spLocks noGrp="1"/>
          </p:cNvSpPr>
          <p:nvPr>
            <p:ph type="ftr" sz="quarter" idx="11"/>
          </p:nvPr>
        </p:nvSpPr>
        <p:spPr/>
        <p:txBody>
          <a:bodyPr/>
          <a:lstStyle/>
          <a:p>
            <a:r>
              <a:rPr lang="en-AU"/>
              <a:t>Connect session  Wear it Purple</a:t>
            </a:r>
            <a:endParaRPr lang="en-US"/>
          </a:p>
        </p:txBody>
      </p:sp>
      <p:sp>
        <p:nvSpPr>
          <p:cNvPr id="5" name="Slide Number Placeholder 4">
            <a:extLst>
              <a:ext uri="{FF2B5EF4-FFF2-40B4-BE49-F238E27FC236}">
                <a16:creationId xmlns:a16="http://schemas.microsoft.com/office/drawing/2014/main" id="{21216164-398A-0CCE-69E5-9AA17CE9BE39}"/>
              </a:ext>
            </a:extLst>
          </p:cNvPr>
          <p:cNvSpPr>
            <a:spLocks noGrp="1"/>
          </p:cNvSpPr>
          <p:nvPr>
            <p:ph type="sldNum" sz="quarter" idx="12"/>
          </p:nvPr>
        </p:nvSpPr>
        <p:spPr/>
        <p:txBody>
          <a:bodyPr/>
          <a:lstStyle/>
          <a:p>
            <a:fld id="{FA4FCA09-A334-4A38-8A78-E51DCD588AB3}" type="slidenum">
              <a:rPr lang="en-US" smtClean="0"/>
              <a:t>3</a:t>
            </a:fld>
            <a:endParaRPr lang="en-US"/>
          </a:p>
        </p:txBody>
      </p:sp>
      <p:pic>
        <p:nvPicPr>
          <p:cNvPr id="7" name="Picture 6">
            <a:extLst>
              <a:ext uri="{FF2B5EF4-FFF2-40B4-BE49-F238E27FC236}">
                <a16:creationId xmlns:a16="http://schemas.microsoft.com/office/drawing/2014/main" id="{AA3593CF-6EA9-EDA9-98C4-F2DDDC4AF414}"/>
              </a:ext>
            </a:extLst>
          </p:cNvPr>
          <p:cNvPicPr>
            <a:picLocks noChangeAspect="1"/>
          </p:cNvPicPr>
          <p:nvPr/>
        </p:nvPicPr>
        <p:blipFill>
          <a:blip r:embed="rId2"/>
          <a:stretch>
            <a:fillRect/>
          </a:stretch>
        </p:blipFill>
        <p:spPr>
          <a:xfrm>
            <a:off x="360547" y="255246"/>
            <a:ext cx="7913129" cy="1390673"/>
          </a:xfrm>
          <a:prstGeom prst="rect">
            <a:avLst/>
          </a:prstGeom>
        </p:spPr>
      </p:pic>
      <p:pic>
        <p:nvPicPr>
          <p:cNvPr id="9" name="Picture 8">
            <a:extLst>
              <a:ext uri="{FF2B5EF4-FFF2-40B4-BE49-F238E27FC236}">
                <a16:creationId xmlns:a16="http://schemas.microsoft.com/office/drawing/2014/main" id="{22AC4988-B7B3-A860-3B9C-CF82B455E0FB}"/>
              </a:ext>
            </a:extLst>
          </p:cNvPr>
          <p:cNvPicPr>
            <a:picLocks noChangeAspect="1"/>
          </p:cNvPicPr>
          <p:nvPr/>
        </p:nvPicPr>
        <p:blipFill>
          <a:blip r:embed="rId3"/>
          <a:stretch>
            <a:fillRect/>
          </a:stretch>
        </p:blipFill>
        <p:spPr>
          <a:xfrm>
            <a:off x="1373169" y="1723904"/>
            <a:ext cx="8083689" cy="1122207"/>
          </a:xfrm>
          <a:prstGeom prst="rect">
            <a:avLst/>
          </a:prstGeom>
        </p:spPr>
      </p:pic>
      <p:pic>
        <p:nvPicPr>
          <p:cNvPr id="11" name="Picture 10">
            <a:extLst>
              <a:ext uri="{FF2B5EF4-FFF2-40B4-BE49-F238E27FC236}">
                <a16:creationId xmlns:a16="http://schemas.microsoft.com/office/drawing/2014/main" id="{9D8A866F-F95D-E285-1A71-B567A4722ADD}"/>
              </a:ext>
            </a:extLst>
          </p:cNvPr>
          <p:cNvPicPr>
            <a:picLocks noChangeAspect="1"/>
          </p:cNvPicPr>
          <p:nvPr/>
        </p:nvPicPr>
        <p:blipFill>
          <a:blip r:embed="rId4"/>
          <a:stretch>
            <a:fillRect/>
          </a:stretch>
        </p:blipFill>
        <p:spPr>
          <a:xfrm>
            <a:off x="2622962" y="2924096"/>
            <a:ext cx="8260858" cy="1245606"/>
          </a:xfrm>
          <a:prstGeom prst="rect">
            <a:avLst/>
          </a:prstGeom>
        </p:spPr>
      </p:pic>
      <p:pic>
        <p:nvPicPr>
          <p:cNvPr id="13" name="Picture 12">
            <a:extLst>
              <a:ext uri="{FF2B5EF4-FFF2-40B4-BE49-F238E27FC236}">
                <a16:creationId xmlns:a16="http://schemas.microsoft.com/office/drawing/2014/main" id="{18525A48-65A2-A3C9-0061-7C4000BA75A5}"/>
              </a:ext>
            </a:extLst>
          </p:cNvPr>
          <p:cNvPicPr>
            <a:picLocks noChangeAspect="1"/>
          </p:cNvPicPr>
          <p:nvPr/>
        </p:nvPicPr>
        <p:blipFill>
          <a:blip r:embed="rId5"/>
          <a:stretch>
            <a:fillRect/>
          </a:stretch>
        </p:blipFill>
        <p:spPr>
          <a:xfrm>
            <a:off x="3829682" y="4247687"/>
            <a:ext cx="8071924" cy="1245606"/>
          </a:xfrm>
          <a:prstGeom prst="rect">
            <a:avLst/>
          </a:prstGeom>
        </p:spPr>
      </p:pic>
    </p:spTree>
    <p:extLst>
      <p:ext uri="{BB962C8B-B14F-4D97-AF65-F5344CB8AC3E}">
        <p14:creationId xmlns:p14="http://schemas.microsoft.com/office/powerpoint/2010/main" val="2499816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2B5F6-EDE4-7CB2-99FC-6F1CD3EA6729}"/>
              </a:ext>
            </a:extLst>
          </p:cNvPr>
          <p:cNvSpPr>
            <a:spLocks noGrp="1"/>
          </p:cNvSpPr>
          <p:nvPr>
            <p:ph type="ftr" sz="quarter" idx="11"/>
          </p:nvPr>
        </p:nvSpPr>
        <p:spPr/>
        <p:txBody>
          <a:bodyPr/>
          <a:lstStyle/>
          <a:p>
            <a:r>
              <a:rPr lang="en-AU"/>
              <a:t>Connect session 11 Wear it Purple</a:t>
            </a:r>
            <a:endParaRPr lang="en-US"/>
          </a:p>
        </p:txBody>
      </p:sp>
      <p:sp>
        <p:nvSpPr>
          <p:cNvPr id="5" name="Slide Number Placeholder 4">
            <a:extLst>
              <a:ext uri="{FF2B5EF4-FFF2-40B4-BE49-F238E27FC236}">
                <a16:creationId xmlns:a16="http://schemas.microsoft.com/office/drawing/2014/main" id="{354620FF-788C-78EA-DA72-B7A28D9F921F}"/>
              </a:ext>
            </a:extLst>
          </p:cNvPr>
          <p:cNvSpPr>
            <a:spLocks noGrp="1"/>
          </p:cNvSpPr>
          <p:nvPr>
            <p:ph type="sldNum" sz="quarter" idx="12"/>
          </p:nvPr>
        </p:nvSpPr>
        <p:spPr/>
        <p:txBody>
          <a:bodyPr/>
          <a:lstStyle/>
          <a:p>
            <a:fld id="{FA4FCA09-A334-4A38-8A78-E51DCD588AB3}" type="slidenum">
              <a:rPr lang="en-US" smtClean="0"/>
              <a:t>4</a:t>
            </a:fld>
            <a:endParaRPr lang="en-US"/>
          </a:p>
        </p:txBody>
      </p:sp>
      <p:pic>
        <p:nvPicPr>
          <p:cNvPr id="7" name="Picture 6">
            <a:extLst>
              <a:ext uri="{FF2B5EF4-FFF2-40B4-BE49-F238E27FC236}">
                <a16:creationId xmlns:a16="http://schemas.microsoft.com/office/drawing/2014/main" id="{F70BF0F6-6738-F23D-C07A-32ABCA34D1D7}"/>
              </a:ext>
            </a:extLst>
          </p:cNvPr>
          <p:cNvPicPr>
            <a:picLocks noChangeAspect="1"/>
          </p:cNvPicPr>
          <p:nvPr/>
        </p:nvPicPr>
        <p:blipFill>
          <a:blip r:embed="rId2"/>
          <a:stretch>
            <a:fillRect/>
          </a:stretch>
        </p:blipFill>
        <p:spPr>
          <a:xfrm>
            <a:off x="1997765" y="1792582"/>
            <a:ext cx="8505330" cy="1397729"/>
          </a:xfrm>
          <a:prstGeom prst="rect">
            <a:avLst/>
          </a:prstGeom>
        </p:spPr>
      </p:pic>
      <p:pic>
        <p:nvPicPr>
          <p:cNvPr id="9" name="Picture 8">
            <a:extLst>
              <a:ext uri="{FF2B5EF4-FFF2-40B4-BE49-F238E27FC236}">
                <a16:creationId xmlns:a16="http://schemas.microsoft.com/office/drawing/2014/main" id="{9F669C03-9B63-F7E9-DB2E-E9E70AE149E2}"/>
              </a:ext>
            </a:extLst>
          </p:cNvPr>
          <p:cNvPicPr>
            <a:picLocks noChangeAspect="1"/>
          </p:cNvPicPr>
          <p:nvPr/>
        </p:nvPicPr>
        <p:blipFill>
          <a:blip r:embed="rId3"/>
          <a:stretch>
            <a:fillRect/>
          </a:stretch>
        </p:blipFill>
        <p:spPr>
          <a:xfrm>
            <a:off x="469443" y="231758"/>
            <a:ext cx="9527275" cy="1485066"/>
          </a:xfrm>
          <a:prstGeom prst="rect">
            <a:avLst/>
          </a:prstGeom>
        </p:spPr>
      </p:pic>
      <p:pic>
        <p:nvPicPr>
          <p:cNvPr id="11" name="Picture 10">
            <a:extLst>
              <a:ext uri="{FF2B5EF4-FFF2-40B4-BE49-F238E27FC236}">
                <a16:creationId xmlns:a16="http://schemas.microsoft.com/office/drawing/2014/main" id="{4D3D4A06-9BB3-744E-5FF6-FFB21A65ADA4}"/>
              </a:ext>
            </a:extLst>
          </p:cNvPr>
          <p:cNvPicPr>
            <a:picLocks noChangeAspect="1"/>
          </p:cNvPicPr>
          <p:nvPr/>
        </p:nvPicPr>
        <p:blipFill>
          <a:blip r:embed="rId4"/>
          <a:stretch>
            <a:fillRect/>
          </a:stretch>
        </p:blipFill>
        <p:spPr>
          <a:xfrm>
            <a:off x="3212123" y="3425436"/>
            <a:ext cx="8646790" cy="1252072"/>
          </a:xfrm>
          <a:prstGeom prst="rect">
            <a:avLst/>
          </a:prstGeom>
        </p:spPr>
      </p:pic>
      <p:pic>
        <p:nvPicPr>
          <p:cNvPr id="13" name="Picture 12">
            <a:extLst>
              <a:ext uri="{FF2B5EF4-FFF2-40B4-BE49-F238E27FC236}">
                <a16:creationId xmlns:a16="http://schemas.microsoft.com/office/drawing/2014/main" id="{4E922735-271D-A745-A66E-4FA3D6FEEE15}"/>
              </a:ext>
            </a:extLst>
          </p:cNvPr>
          <p:cNvPicPr>
            <a:picLocks noChangeAspect="1"/>
          </p:cNvPicPr>
          <p:nvPr/>
        </p:nvPicPr>
        <p:blipFill>
          <a:blip r:embed="rId5"/>
          <a:stretch>
            <a:fillRect/>
          </a:stretch>
        </p:blipFill>
        <p:spPr>
          <a:xfrm>
            <a:off x="4600659" y="4914572"/>
            <a:ext cx="7440101" cy="1642266"/>
          </a:xfrm>
          <a:prstGeom prst="rect">
            <a:avLst/>
          </a:prstGeom>
        </p:spPr>
      </p:pic>
    </p:spTree>
    <p:extLst>
      <p:ext uri="{BB962C8B-B14F-4D97-AF65-F5344CB8AC3E}">
        <p14:creationId xmlns:p14="http://schemas.microsoft.com/office/powerpoint/2010/main" val="1004284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8BF5-E08D-AFEF-EE04-DC692CD6CF64}"/>
              </a:ext>
            </a:extLst>
          </p:cNvPr>
          <p:cNvSpPr>
            <a:spLocks noGrp="1"/>
          </p:cNvSpPr>
          <p:nvPr>
            <p:ph type="title"/>
          </p:nvPr>
        </p:nvSpPr>
        <p:spPr/>
        <p:txBody>
          <a:bodyPr/>
          <a:lstStyle/>
          <a:p>
            <a:r>
              <a:rPr lang="en-AU"/>
              <a:t>Wear It Purple Day</a:t>
            </a:r>
            <a:endParaRPr lang="en-AU" sz="2000">
              <a:cs typeface="Calibri Light"/>
            </a:endParaRPr>
          </a:p>
        </p:txBody>
      </p:sp>
      <p:sp>
        <p:nvSpPr>
          <p:cNvPr id="4" name="Footer Placeholder 3">
            <a:extLst>
              <a:ext uri="{FF2B5EF4-FFF2-40B4-BE49-F238E27FC236}">
                <a16:creationId xmlns:a16="http://schemas.microsoft.com/office/drawing/2014/main" id="{B1B7E396-9CB4-3254-1820-E1C8E6F76832}"/>
              </a:ext>
            </a:extLst>
          </p:cNvPr>
          <p:cNvSpPr>
            <a:spLocks noGrp="1"/>
          </p:cNvSpPr>
          <p:nvPr>
            <p:ph type="ftr" sz="quarter" idx="11"/>
          </p:nvPr>
        </p:nvSpPr>
        <p:spPr>
          <a:xfrm>
            <a:off x="5614487" y="6422854"/>
            <a:ext cx="5044440" cy="365125"/>
          </a:xfrm>
        </p:spPr>
        <p:txBody>
          <a:bodyPr/>
          <a:lstStyle/>
          <a:p>
            <a:r>
              <a:rPr lang="en-AU"/>
              <a:t>Connect session 11 Wear it Purple</a:t>
            </a:r>
            <a:endParaRPr lang="en-US"/>
          </a:p>
        </p:txBody>
      </p:sp>
      <p:sp>
        <p:nvSpPr>
          <p:cNvPr id="5" name="Slide Number Placeholder 4">
            <a:extLst>
              <a:ext uri="{FF2B5EF4-FFF2-40B4-BE49-F238E27FC236}">
                <a16:creationId xmlns:a16="http://schemas.microsoft.com/office/drawing/2014/main" id="{B73E6C04-E925-9F16-5844-701FBF3B4A01}"/>
              </a:ext>
            </a:extLst>
          </p:cNvPr>
          <p:cNvSpPr>
            <a:spLocks noGrp="1"/>
          </p:cNvSpPr>
          <p:nvPr>
            <p:ph type="sldNum" sz="quarter" idx="12"/>
          </p:nvPr>
        </p:nvSpPr>
        <p:spPr/>
        <p:txBody>
          <a:bodyPr/>
          <a:lstStyle/>
          <a:p>
            <a:fld id="{FA4FCA09-A334-4A38-8A78-E51DCD588AB3}" type="slidenum">
              <a:rPr lang="en-US" smtClean="0"/>
              <a:t>5</a:t>
            </a:fld>
            <a:endParaRPr lang="en-US"/>
          </a:p>
        </p:txBody>
      </p:sp>
      <p:pic>
        <p:nvPicPr>
          <p:cNvPr id="3" name="Online Media 2" title="Wear it Purple 2020 - Celebrating 10 years">
            <a:hlinkClick r:id="" action="ppaction://media"/>
            <a:extLst>
              <a:ext uri="{FF2B5EF4-FFF2-40B4-BE49-F238E27FC236}">
                <a16:creationId xmlns:a16="http://schemas.microsoft.com/office/drawing/2014/main" id="{C22EAA8A-BC5A-7A63-3D51-23BBABC439D4}"/>
              </a:ext>
            </a:extLst>
          </p:cNvPr>
          <p:cNvPicPr>
            <a:picLocks noRot="1" noChangeAspect="1"/>
          </p:cNvPicPr>
          <p:nvPr>
            <a:videoFile r:link="rId1"/>
          </p:nvPr>
        </p:nvPicPr>
        <p:blipFill>
          <a:blip r:embed="rId3"/>
          <a:stretch>
            <a:fillRect/>
          </a:stretch>
        </p:blipFill>
        <p:spPr>
          <a:xfrm>
            <a:off x="1397000" y="1758950"/>
            <a:ext cx="8350250" cy="4832349"/>
          </a:xfrm>
          <a:prstGeom prst="rect">
            <a:avLst/>
          </a:prstGeom>
        </p:spPr>
      </p:pic>
    </p:spTree>
    <p:extLst>
      <p:ext uri="{BB962C8B-B14F-4D97-AF65-F5344CB8AC3E}">
        <p14:creationId xmlns:p14="http://schemas.microsoft.com/office/powerpoint/2010/main" val="181703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5C395E6-AE66-86BE-29B0-8C1BD7C0628C}"/>
              </a:ext>
            </a:extLst>
          </p:cNvPr>
          <p:cNvSpPr>
            <a:spLocks noGrp="1"/>
          </p:cNvSpPr>
          <p:nvPr>
            <p:ph type="ftr" sz="quarter" idx="11"/>
          </p:nvPr>
        </p:nvSpPr>
        <p:spPr/>
        <p:txBody>
          <a:bodyPr/>
          <a:lstStyle/>
          <a:p>
            <a:r>
              <a:rPr lang="en-AU"/>
              <a:t>Connect session 11 Wear it Purple</a:t>
            </a:r>
            <a:endParaRPr lang="en-US"/>
          </a:p>
        </p:txBody>
      </p:sp>
      <p:sp>
        <p:nvSpPr>
          <p:cNvPr id="5" name="Slide Number Placeholder 4">
            <a:extLst>
              <a:ext uri="{FF2B5EF4-FFF2-40B4-BE49-F238E27FC236}">
                <a16:creationId xmlns:a16="http://schemas.microsoft.com/office/drawing/2014/main" id="{C978B805-A23A-3147-6B91-3D45B10DF6A4}"/>
              </a:ext>
            </a:extLst>
          </p:cNvPr>
          <p:cNvSpPr>
            <a:spLocks noGrp="1"/>
          </p:cNvSpPr>
          <p:nvPr>
            <p:ph type="sldNum" sz="quarter" idx="12"/>
          </p:nvPr>
        </p:nvSpPr>
        <p:spPr/>
        <p:txBody>
          <a:bodyPr/>
          <a:lstStyle/>
          <a:p>
            <a:fld id="{FA4FCA09-A334-4A38-8A78-E51DCD588AB3}" type="slidenum">
              <a:rPr lang="en-US" smtClean="0"/>
              <a:t>6</a:t>
            </a:fld>
            <a:endParaRPr lang="en-US"/>
          </a:p>
        </p:txBody>
      </p:sp>
      <p:sp>
        <p:nvSpPr>
          <p:cNvPr id="7" name="TextBox 6">
            <a:extLst>
              <a:ext uri="{FF2B5EF4-FFF2-40B4-BE49-F238E27FC236}">
                <a16:creationId xmlns:a16="http://schemas.microsoft.com/office/drawing/2014/main" id="{93DF82F6-6379-F215-18A6-C2A35BC7D0EE}"/>
              </a:ext>
            </a:extLst>
          </p:cNvPr>
          <p:cNvSpPr txBox="1"/>
          <p:nvPr/>
        </p:nvSpPr>
        <p:spPr>
          <a:xfrm>
            <a:off x="609600" y="833248"/>
            <a:ext cx="6685280" cy="5078313"/>
          </a:xfrm>
          <a:prstGeom prst="rect">
            <a:avLst/>
          </a:prstGeom>
          <a:noFill/>
        </p:spPr>
        <p:txBody>
          <a:bodyPr wrap="square" lIns="91440" tIns="45720" rIns="91440" bIns="45720" rtlCol="0" anchor="t">
            <a:spAutoFit/>
          </a:bodyPr>
          <a:lstStyle/>
          <a:p>
            <a:r>
              <a:rPr lang="en-AU" sz="3200"/>
              <a:t>On Thursday 27th of August, students </a:t>
            </a:r>
            <a:r>
              <a:rPr lang="en-AU" sz="3200" dirty="0"/>
              <a:t>are encouraged to wear a touch of purple with their uniform.</a:t>
            </a:r>
          </a:p>
          <a:p>
            <a:endParaRPr lang="en-AU" sz="3200"/>
          </a:p>
          <a:p>
            <a:pPr marL="285750" indent="-285750">
              <a:buFont typeface="Arial" panose="020B0604020202020204" pitchFamily="34" charset="0"/>
              <a:buChar char="•"/>
            </a:pPr>
            <a:r>
              <a:rPr lang="en-AU" sz="3200" b="1">
                <a:solidFill>
                  <a:srgbClr val="7030A0"/>
                </a:solidFill>
              </a:rPr>
              <a:t>Purple socks</a:t>
            </a:r>
            <a:endParaRPr lang="en-AU" sz="3200" b="1">
              <a:solidFill>
                <a:srgbClr val="7030A0"/>
              </a:solidFill>
              <a:cs typeface="Calibri Light"/>
            </a:endParaRPr>
          </a:p>
          <a:p>
            <a:pPr marL="285750" indent="-285750">
              <a:buFont typeface="Arial" panose="020B0604020202020204" pitchFamily="34" charset="0"/>
              <a:buChar char="•"/>
            </a:pPr>
            <a:r>
              <a:rPr lang="en-AU" sz="3200" b="1">
                <a:solidFill>
                  <a:srgbClr val="7030A0"/>
                </a:solidFill>
              </a:rPr>
              <a:t>Purple nail polish</a:t>
            </a:r>
            <a:endParaRPr lang="en-AU" sz="3200" b="1">
              <a:solidFill>
                <a:srgbClr val="7030A0"/>
              </a:solidFill>
              <a:cs typeface="Calibri Light"/>
            </a:endParaRPr>
          </a:p>
          <a:p>
            <a:pPr marL="285750" indent="-285750">
              <a:buFont typeface="Arial" panose="020B0604020202020204" pitchFamily="34" charset="0"/>
              <a:buChar char="•"/>
            </a:pPr>
            <a:r>
              <a:rPr lang="en-AU" sz="3200" b="1">
                <a:solidFill>
                  <a:srgbClr val="7030A0"/>
                </a:solidFill>
              </a:rPr>
              <a:t>Purple scarf</a:t>
            </a:r>
            <a:endParaRPr lang="en-AU" sz="3200" b="1">
              <a:solidFill>
                <a:srgbClr val="7030A0"/>
              </a:solidFill>
              <a:cs typeface="Calibri Light"/>
            </a:endParaRPr>
          </a:p>
          <a:p>
            <a:pPr marL="285750" indent="-285750">
              <a:buFont typeface="Arial" panose="020B0604020202020204" pitchFamily="34" charset="0"/>
              <a:buChar char="•"/>
            </a:pPr>
            <a:r>
              <a:rPr lang="en-AU" sz="3200" b="1">
                <a:solidFill>
                  <a:srgbClr val="7030A0"/>
                </a:solidFill>
              </a:rPr>
              <a:t>Purple in their hair</a:t>
            </a:r>
            <a:endParaRPr lang="en-AU" sz="3200" b="1">
              <a:solidFill>
                <a:srgbClr val="7030A0"/>
              </a:solidFill>
              <a:cs typeface="Calibri Light"/>
            </a:endParaRPr>
          </a:p>
          <a:p>
            <a:pPr marL="285750" indent="-285750">
              <a:buFont typeface="Arial" panose="020B0604020202020204" pitchFamily="34" charset="0"/>
              <a:buChar char="•"/>
            </a:pPr>
            <a:r>
              <a:rPr lang="en-AU" sz="3200" b="1">
                <a:solidFill>
                  <a:srgbClr val="7030A0"/>
                </a:solidFill>
              </a:rPr>
              <a:t>Purple ribbons</a:t>
            </a:r>
            <a:endParaRPr lang="en-AU" sz="3200" b="1">
              <a:solidFill>
                <a:srgbClr val="7030A0"/>
              </a:solidFill>
              <a:cs typeface="Calibri Light"/>
            </a:endParaRPr>
          </a:p>
          <a:p>
            <a:pPr marL="285750" indent="-285750">
              <a:buFont typeface="Arial" panose="020B0604020202020204" pitchFamily="34" charset="0"/>
              <a:buChar char="•"/>
            </a:pPr>
            <a:endParaRPr lang="en-AU"/>
          </a:p>
          <a:p>
            <a:pPr marL="285750" indent="-285750">
              <a:buFont typeface="Arial" panose="020B0604020202020204" pitchFamily="34" charset="0"/>
              <a:buChar char="•"/>
            </a:pPr>
            <a:endParaRPr lang="en-AU"/>
          </a:p>
        </p:txBody>
      </p:sp>
      <p:pic>
        <p:nvPicPr>
          <p:cNvPr id="2" name="Picture 1">
            <a:extLst>
              <a:ext uri="{FF2B5EF4-FFF2-40B4-BE49-F238E27FC236}">
                <a16:creationId xmlns:a16="http://schemas.microsoft.com/office/drawing/2014/main" id="{0DB5699D-5819-0BF2-9157-484B09B6DFB4}"/>
              </a:ext>
            </a:extLst>
          </p:cNvPr>
          <p:cNvPicPr>
            <a:picLocks noChangeAspect="1"/>
          </p:cNvPicPr>
          <p:nvPr/>
        </p:nvPicPr>
        <p:blipFill>
          <a:blip r:embed="rId2"/>
          <a:stretch>
            <a:fillRect/>
          </a:stretch>
        </p:blipFill>
        <p:spPr>
          <a:xfrm>
            <a:off x="3793622" y="2590799"/>
            <a:ext cx="7007986" cy="3962401"/>
          </a:xfrm>
          <a:prstGeom prst="rect">
            <a:avLst/>
          </a:prstGeom>
        </p:spPr>
      </p:pic>
    </p:spTree>
    <p:extLst>
      <p:ext uri="{BB962C8B-B14F-4D97-AF65-F5344CB8AC3E}">
        <p14:creationId xmlns:p14="http://schemas.microsoft.com/office/powerpoint/2010/main" val="3870339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9F656-8D14-D78C-C729-A7BAE4B87A1D}"/>
              </a:ext>
            </a:extLst>
          </p:cNvPr>
          <p:cNvSpPr>
            <a:spLocks noGrp="1"/>
          </p:cNvSpPr>
          <p:nvPr>
            <p:ph type="title"/>
          </p:nvPr>
        </p:nvSpPr>
        <p:spPr/>
        <p:txBody>
          <a:bodyPr>
            <a:normAutofit fontScale="90000"/>
          </a:bodyPr>
          <a:lstStyle/>
          <a:p>
            <a:r>
              <a:rPr lang="en-AU" sz="5400">
                <a:solidFill>
                  <a:srgbClr val="FFFFFF"/>
                </a:solidFill>
              </a:rPr>
              <a:t>How does Kew High School support Young People in the LGBTQIA+ Community</a:t>
            </a:r>
            <a:endParaRPr lang="en-AU"/>
          </a:p>
        </p:txBody>
      </p:sp>
      <p:sp>
        <p:nvSpPr>
          <p:cNvPr id="3" name="Content Placeholder 2">
            <a:extLst>
              <a:ext uri="{FF2B5EF4-FFF2-40B4-BE49-F238E27FC236}">
                <a16:creationId xmlns:a16="http://schemas.microsoft.com/office/drawing/2014/main" id="{ACD01999-F294-010E-46CA-FDE3237FE7C1}"/>
              </a:ext>
            </a:extLst>
          </p:cNvPr>
          <p:cNvSpPr>
            <a:spLocks noGrp="1"/>
          </p:cNvSpPr>
          <p:nvPr>
            <p:ph idx="1"/>
          </p:nvPr>
        </p:nvSpPr>
        <p:spPr/>
        <p:txBody>
          <a:bodyPr/>
          <a:lstStyle/>
          <a:p>
            <a:pPr>
              <a:buFont typeface="Arial" panose="020B0604020202020204" pitchFamily="34" charset="0"/>
              <a:buChar char="•"/>
            </a:pPr>
            <a:r>
              <a:rPr lang="en-AU">
                <a:solidFill>
                  <a:srgbClr val="FFFFFF"/>
                </a:solidFill>
              </a:rPr>
              <a:t>Student Club – Stand Out</a:t>
            </a:r>
          </a:p>
          <a:p>
            <a:pPr>
              <a:buFont typeface="Arial" panose="020B0604020202020204" pitchFamily="34" charset="0"/>
              <a:buChar char="•"/>
            </a:pPr>
            <a:r>
              <a:rPr lang="en-AU">
                <a:solidFill>
                  <a:srgbClr val="FFFFFF"/>
                </a:solidFill>
              </a:rPr>
              <a:t>LGBTQIA+ Student Inclusion Policy </a:t>
            </a:r>
          </a:p>
          <a:p>
            <a:pPr>
              <a:buFont typeface="Arial" panose="020B0604020202020204" pitchFamily="34" charset="0"/>
              <a:buChar char="•"/>
            </a:pPr>
            <a:r>
              <a:rPr lang="en-AU">
                <a:solidFill>
                  <a:srgbClr val="FFFFFF"/>
                </a:solidFill>
              </a:rPr>
              <a:t>Gender Affirmation process</a:t>
            </a:r>
          </a:p>
          <a:p>
            <a:pPr>
              <a:buFont typeface="Arial" panose="020B0604020202020204" pitchFamily="34" charset="0"/>
              <a:buChar char="•"/>
            </a:pPr>
            <a:r>
              <a:rPr lang="en-AU">
                <a:solidFill>
                  <a:srgbClr val="FFFFFF"/>
                </a:solidFill>
              </a:rPr>
              <a:t>Celebrating significant events</a:t>
            </a:r>
          </a:p>
          <a:p>
            <a:pPr lvl="2">
              <a:buFont typeface="Arial" panose="020B0604020202020204" pitchFamily="34" charset="0"/>
              <a:buChar char="•"/>
            </a:pPr>
            <a:r>
              <a:rPr lang="en-AU">
                <a:solidFill>
                  <a:srgbClr val="FFFFFF"/>
                </a:solidFill>
              </a:rPr>
              <a:t>Wear it Purple Day</a:t>
            </a:r>
          </a:p>
          <a:p>
            <a:pPr lvl="2">
              <a:buFont typeface="Arial" panose="020B0604020202020204" pitchFamily="34" charset="0"/>
              <a:buChar char="•"/>
            </a:pPr>
            <a:r>
              <a:rPr lang="en-AU">
                <a:solidFill>
                  <a:srgbClr val="FFFFFF"/>
                </a:solidFill>
              </a:rPr>
              <a:t>IDAHOBIT day</a:t>
            </a:r>
          </a:p>
          <a:p>
            <a:endParaRPr lang="en-AU"/>
          </a:p>
        </p:txBody>
      </p:sp>
      <p:sp>
        <p:nvSpPr>
          <p:cNvPr id="4" name="Footer Placeholder 3">
            <a:extLst>
              <a:ext uri="{FF2B5EF4-FFF2-40B4-BE49-F238E27FC236}">
                <a16:creationId xmlns:a16="http://schemas.microsoft.com/office/drawing/2014/main" id="{60B82C65-E9D6-760A-B5F9-0645458D07FC}"/>
              </a:ext>
            </a:extLst>
          </p:cNvPr>
          <p:cNvSpPr>
            <a:spLocks noGrp="1"/>
          </p:cNvSpPr>
          <p:nvPr>
            <p:ph type="ftr" sz="quarter" idx="11"/>
          </p:nvPr>
        </p:nvSpPr>
        <p:spPr/>
        <p:txBody>
          <a:bodyPr/>
          <a:lstStyle/>
          <a:p>
            <a:r>
              <a:rPr lang="en-AU"/>
              <a:t>Connect session 11 Wear it Purple</a:t>
            </a:r>
            <a:endParaRPr lang="en-US"/>
          </a:p>
        </p:txBody>
      </p:sp>
      <p:sp>
        <p:nvSpPr>
          <p:cNvPr id="5" name="Slide Number Placeholder 4">
            <a:extLst>
              <a:ext uri="{FF2B5EF4-FFF2-40B4-BE49-F238E27FC236}">
                <a16:creationId xmlns:a16="http://schemas.microsoft.com/office/drawing/2014/main" id="{D4429EFA-2E04-74DC-840D-C835A93D2AA0}"/>
              </a:ext>
            </a:extLst>
          </p:cNvPr>
          <p:cNvSpPr>
            <a:spLocks noGrp="1"/>
          </p:cNvSpPr>
          <p:nvPr>
            <p:ph type="sldNum" sz="quarter" idx="12"/>
          </p:nvPr>
        </p:nvSpPr>
        <p:spPr/>
        <p:txBody>
          <a:bodyPr/>
          <a:lstStyle/>
          <a:p>
            <a:fld id="{FA4FCA09-A334-4A38-8A78-E51DCD588AB3}" type="slidenum">
              <a:rPr lang="en-US" smtClean="0"/>
              <a:t>7</a:t>
            </a:fld>
            <a:endParaRPr lang="en-US"/>
          </a:p>
        </p:txBody>
      </p:sp>
      <p:pic>
        <p:nvPicPr>
          <p:cNvPr id="7" name="Picture 6" descr="A pair of hands holding each other&#10;&#10;Description automatically generated">
            <a:extLst>
              <a:ext uri="{FF2B5EF4-FFF2-40B4-BE49-F238E27FC236}">
                <a16:creationId xmlns:a16="http://schemas.microsoft.com/office/drawing/2014/main" id="{68E7D27F-4B2A-FD30-D305-89F1FF01F03B}"/>
              </a:ext>
            </a:extLst>
          </p:cNvPr>
          <p:cNvPicPr>
            <a:picLocks noChangeAspect="1"/>
          </p:cNvPicPr>
          <p:nvPr/>
        </p:nvPicPr>
        <p:blipFill rotWithShape="1">
          <a:blip r:embed="rId2"/>
          <a:srcRect l="18532" t="8048" r="17114" b="15343"/>
          <a:stretch/>
        </p:blipFill>
        <p:spPr>
          <a:xfrm>
            <a:off x="6404863" y="2343390"/>
            <a:ext cx="5110481" cy="4060797"/>
          </a:xfrm>
          <a:prstGeom prst="rect">
            <a:avLst/>
          </a:prstGeom>
          <a:noFill/>
        </p:spPr>
      </p:pic>
    </p:spTree>
    <p:extLst>
      <p:ext uri="{BB962C8B-B14F-4D97-AF65-F5344CB8AC3E}">
        <p14:creationId xmlns:p14="http://schemas.microsoft.com/office/powerpoint/2010/main" val="3072290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Large skydiving group mid-air">
            <a:extLst>
              <a:ext uri="{FF2B5EF4-FFF2-40B4-BE49-F238E27FC236}">
                <a16:creationId xmlns:a16="http://schemas.microsoft.com/office/drawing/2014/main" id="{806FBB2D-0C84-9B38-200E-ED6AD256EA99}"/>
              </a:ext>
            </a:extLst>
          </p:cNvPr>
          <p:cNvPicPr>
            <a:picLocks noChangeAspect="1"/>
          </p:cNvPicPr>
          <p:nvPr/>
        </p:nvPicPr>
        <p:blipFill rotWithShape="1">
          <a:blip r:embed="rId2">
            <a:alphaModFix amt="25000"/>
          </a:blip>
          <a:srcRect t="11697" b="3717"/>
          <a:stretch/>
        </p:blipFill>
        <p:spPr>
          <a:xfrm>
            <a:off x="20" y="10"/>
            <a:ext cx="12191980" cy="6857990"/>
          </a:xfrm>
          <a:prstGeom prst="rect">
            <a:avLst/>
          </a:prstGeom>
        </p:spPr>
      </p:pic>
      <p:sp>
        <p:nvSpPr>
          <p:cNvPr id="2" name="Title 1">
            <a:extLst>
              <a:ext uri="{FF2B5EF4-FFF2-40B4-BE49-F238E27FC236}">
                <a16:creationId xmlns:a16="http://schemas.microsoft.com/office/drawing/2014/main" id="{DA7ADDB6-86CC-580C-8916-9DD2E30FF839}"/>
              </a:ext>
            </a:extLst>
          </p:cNvPr>
          <p:cNvSpPr>
            <a:spLocks noGrp="1"/>
          </p:cNvSpPr>
          <p:nvPr>
            <p:ph type="title"/>
          </p:nvPr>
        </p:nvSpPr>
        <p:spPr/>
        <p:txBody>
          <a:bodyPr>
            <a:normAutofit/>
          </a:bodyPr>
          <a:lstStyle/>
          <a:p>
            <a:r>
              <a:rPr lang="en-AU"/>
              <a:t>‘Stand Out’ Student Club</a:t>
            </a:r>
          </a:p>
        </p:txBody>
      </p:sp>
      <p:sp>
        <p:nvSpPr>
          <p:cNvPr id="3" name="Content Placeholder 2">
            <a:extLst>
              <a:ext uri="{FF2B5EF4-FFF2-40B4-BE49-F238E27FC236}">
                <a16:creationId xmlns:a16="http://schemas.microsoft.com/office/drawing/2014/main" id="{7026B68D-2D1C-F6F7-525A-902854CA8266}"/>
              </a:ext>
            </a:extLst>
          </p:cNvPr>
          <p:cNvSpPr>
            <a:spLocks noGrp="1"/>
          </p:cNvSpPr>
          <p:nvPr>
            <p:ph idx="1"/>
          </p:nvPr>
        </p:nvSpPr>
        <p:spPr>
          <a:xfrm>
            <a:off x="676656" y="1828800"/>
            <a:ext cx="10753725" cy="4529667"/>
          </a:xfrm>
        </p:spPr>
        <p:txBody>
          <a:bodyPr>
            <a:normAutofit/>
          </a:bodyPr>
          <a:lstStyle/>
          <a:p>
            <a:pPr marL="0" indent="0" rtl="0" fontAlgn="base">
              <a:buNone/>
            </a:pPr>
            <a:r>
              <a:rPr lang="en-AU" sz="2000" b="0" i="0" u="sng">
                <a:solidFill>
                  <a:schemeClr val="tx1"/>
                </a:solidFill>
                <a:effectLst/>
                <a:latin typeface="Calibri" panose="020F0502020204030204" pitchFamily="34" charset="0"/>
              </a:rPr>
              <a:t>‘Stand Out’ </a:t>
            </a:r>
            <a:r>
              <a:rPr lang="en-AU" sz="2000" b="0" i="0">
                <a:solidFill>
                  <a:schemeClr val="tx1"/>
                </a:solidFill>
                <a:effectLst/>
                <a:latin typeface="Calibri" panose="020F0502020204030204" pitchFamily="34" charset="0"/>
              </a:rPr>
              <a:t>group for students identifying as LGBTIQ+ and their allies. The group meets to discuss ways in which our school can celebrate and support the diversity that makes our school so special.  </a:t>
            </a:r>
            <a:endParaRPr lang="en-AU" sz="2000" b="0" i="0">
              <a:solidFill>
                <a:schemeClr val="tx1"/>
              </a:solidFill>
              <a:effectLst/>
              <a:latin typeface="Segoe UI" panose="020B0502040204020203" pitchFamily="34" charset="0"/>
            </a:endParaRPr>
          </a:p>
          <a:p>
            <a:pPr marL="0" indent="0" rtl="0" fontAlgn="base">
              <a:buNone/>
            </a:pPr>
            <a:r>
              <a:rPr lang="en-AU" sz="2000">
                <a:solidFill>
                  <a:schemeClr val="tx1"/>
                </a:solidFill>
                <a:latin typeface="Calibri" panose="020F0502020204030204" pitchFamily="34" charset="0"/>
              </a:rPr>
              <a:t>A</a:t>
            </a:r>
            <a:r>
              <a:rPr lang="en-AU" sz="2000" b="0" i="0">
                <a:solidFill>
                  <a:schemeClr val="tx1"/>
                </a:solidFill>
                <a:effectLst/>
                <a:latin typeface="Calibri" panose="020F0502020204030204" pitchFamily="34" charset="0"/>
              </a:rPr>
              <a:t>n Inclusive school that accepts and celebrates everyone, and this is our chance to contribute ideas and energy to such events and initiatives as: </a:t>
            </a:r>
            <a:endParaRPr lang="en-AU" sz="2000" b="0" i="0">
              <a:solidFill>
                <a:schemeClr val="tx1"/>
              </a:solidFill>
              <a:effectLst/>
              <a:latin typeface="Segoe UI" panose="020B0502040204020203" pitchFamily="34" charset="0"/>
            </a:endParaRPr>
          </a:p>
          <a:p>
            <a:pPr lvl="1" fontAlgn="base"/>
            <a:r>
              <a:rPr lang="en-AU" b="0" i="0">
                <a:solidFill>
                  <a:schemeClr val="tx1"/>
                </a:solidFill>
                <a:effectLst/>
                <a:latin typeface="Calibri" panose="020F0502020204030204" pitchFamily="34" charset="0"/>
              </a:rPr>
              <a:t>IDAHOBIT Day </a:t>
            </a:r>
          </a:p>
          <a:p>
            <a:pPr lvl="1" fontAlgn="base"/>
            <a:r>
              <a:rPr lang="en-AU" b="0" i="0">
                <a:solidFill>
                  <a:schemeClr val="tx1"/>
                </a:solidFill>
                <a:effectLst/>
                <a:latin typeface="Calibri" panose="020F0502020204030204" pitchFamily="34" charset="0"/>
              </a:rPr>
              <a:t>Wear it Purple Day </a:t>
            </a:r>
          </a:p>
          <a:p>
            <a:pPr lvl="1" fontAlgn="base"/>
            <a:r>
              <a:rPr lang="en-AU" b="0" i="0">
                <a:solidFill>
                  <a:schemeClr val="tx1"/>
                </a:solidFill>
                <a:effectLst/>
                <a:latin typeface="Calibri" panose="020F0502020204030204" pitchFamily="34" charset="0"/>
              </a:rPr>
              <a:t>Identifying and promoting Inclusive behaviours and Language </a:t>
            </a:r>
          </a:p>
          <a:p>
            <a:pPr lvl="1" fontAlgn="base"/>
            <a:r>
              <a:rPr lang="en-AU" b="0" i="0">
                <a:solidFill>
                  <a:schemeClr val="tx1"/>
                </a:solidFill>
                <a:effectLst/>
                <a:latin typeface="Calibri" panose="020F0502020204030204" pitchFamily="34" charset="0"/>
              </a:rPr>
              <a:t>Weighing in on how school processes and procedures can best include and support LGBTQI+ members of our community. </a:t>
            </a:r>
          </a:p>
        </p:txBody>
      </p:sp>
      <p:sp>
        <p:nvSpPr>
          <p:cNvPr id="4" name="Footer Placeholder 3">
            <a:extLst>
              <a:ext uri="{FF2B5EF4-FFF2-40B4-BE49-F238E27FC236}">
                <a16:creationId xmlns:a16="http://schemas.microsoft.com/office/drawing/2014/main" id="{8149C9BE-65E5-C262-0F8D-20E442DCAD18}"/>
              </a:ext>
            </a:extLst>
          </p:cNvPr>
          <p:cNvSpPr>
            <a:spLocks noGrp="1"/>
          </p:cNvSpPr>
          <p:nvPr>
            <p:ph type="ftr" sz="quarter" idx="11"/>
          </p:nvPr>
        </p:nvSpPr>
        <p:spPr/>
        <p:txBody>
          <a:bodyPr>
            <a:normAutofit lnSpcReduction="10000"/>
          </a:bodyPr>
          <a:lstStyle/>
          <a:p>
            <a:pPr>
              <a:spcAft>
                <a:spcPts val="600"/>
              </a:spcAft>
            </a:pPr>
            <a:r>
              <a:rPr lang="en-AU"/>
              <a:t>Connect session 11 Wear it Purple</a:t>
            </a:r>
            <a:endParaRPr lang="en-US"/>
          </a:p>
        </p:txBody>
      </p:sp>
      <p:sp>
        <p:nvSpPr>
          <p:cNvPr id="5" name="Slide Number Placeholder 4">
            <a:extLst>
              <a:ext uri="{FF2B5EF4-FFF2-40B4-BE49-F238E27FC236}">
                <a16:creationId xmlns:a16="http://schemas.microsoft.com/office/drawing/2014/main" id="{AF862114-4059-D55D-69F6-F85DA0F7B6DE}"/>
              </a:ext>
            </a:extLst>
          </p:cNvPr>
          <p:cNvSpPr>
            <a:spLocks noGrp="1"/>
          </p:cNvSpPr>
          <p:nvPr>
            <p:ph type="sldNum" sz="quarter" idx="12"/>
          </p:nvPr>
        </p:nvSpPr>
        <p:spPr/>
        <p:txBody>
          <a:bodyPr>
            <a:normAutofit fontScale="92500" lnSpcReduction="10000"/>
          </a:bodyPr>
          <a:lstStyle/>
          <a:p>
            <a:pPr>
              <a:spcAft>
                <a:spcPts val="600"/>
              </a:spcAft>
            </a:pPr>
            <a:fld id="{FA4FCA09-A334-4A38-8A78-E51DCD588AB3}" type="slidenum">
              <a:rPr lang="en-US"/>
              <a:pPr>
                <a:spcAft>
                  <a:spcPts val="600"/>
                </a:spcAft>
              </a:pPr>
              <a:t>8</a:t>
            </a:fld>
            <a:endParaRPr lang="en-US"/>
          </a:p>
        </p:txBody>
      </p:sp>
    </p:spTree>
    <p:extLst>
      <p:ext uri="{BB962C8B-B14F-4D97-AF65-F5344CB8AC3E}">
        <p14:creationId xmlns:p14="http://schemas.microsoft.com/office/powerpoint/2010/main" val="3281858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Rainbow light on hand">
            <a:extLst>
              <a:ext uri="{FF2B5EF4-FFF2-40B4-BE49-F238E27FC236}">
                <a16:creationId xmlns:a16="http://schemas.microsoft.com/office/drawing/2014/main" id="{8F191FB3-647C-DF73-EBD4-40A651E449A1}"/>
              </a:ext>
            </a:extLst>
          </p:cNvPr>
          <p:cNvPicPr>
            <a:picLocks noChangeAspect="1"/>
          </p:cNvPicPr>
          <p:nvPr/>
        </p:nvPicPr>
        <p:blipFill rotWithShape="1">
          <a:blip r:embed="rId2"/>
          <a:srcRect t="22024" r="9091" b="1367"/>
          <a:stretch/>
        </p:blipFill>
        <p:spPr>
          <a:xfrm>
            <a:off x="20" y="10"/>
            <a:ext cx="12191980" cy="6857990"/>
          </a:xfrm>
          <a:prstGeom prst="rect">
            <a:avLst/>
          </a:prstGeom>
        </p:spPr>
      </p:pic>
      <p:sp>
        <p:nvSpPr>
          <p:cNvPr id="12" name="Rectangle 11">
            <a:extLst>
              <a:ext uri="{FF2B5EF4-FFF2-40B4-BE49-F238E27FC236}">
                <a16:creationId xmlns:a16="http://schemas.microsoft.com/office/drawing/2014/main" id="{F78FA41B-9A77-4FFE-A10F-9443EFDE60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65037"/>
            <a:ext cx="7534631" cy="2628694"/>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4C5935-8DFD-93DE-A488-9F3C711A799A}"/>
              </a:ext>
            </a:extLst>
          </p:cNvPr>
          <p:cNvSpPr>
            <a:spLocks noGrp="1"/>
          </p:cNvSpPr>
          <p:nvPr>
            <p:ph type="title"/>
          </p:nvPr>
        </p:nvSpPr>
        <p:spPr>
          <a:xfrm>
            <a:off x="603504" y="2477347"/>
            <a:ext cx="6766928" cy="1645920"/>
          </a:xfrm>
        </p:spPr>
        <p:txBody>
          <a:bodyPr vert="horz" lIns="91440" tIns="45720" rIns="91440" bIns="45720" rtlCol="0" anchor="b">
            <a:normAutofit/>
          </a:bodyPr>
          <a:lstStyle/>
          <a:p>
            <a:pPr>
              <a:lnSpc>
                <a:spcPct val="80000"/>
              </a:lnSpc>
            </a:pPr>
            <a:r>
              <a:rPr lang="en-US">
                <a:solidFill>
                  <a:schemeClr val="tx1"/>
                </a:solidFill>
              </a:rPr>
              <a:t>LGBTQIA+ Student Inclusion Policy </a:t>
            </a:r>
          </a:p>
        </p:txBody>
      </p:sp>
      <p:sp>
        <p:nvSpPr>
          <p:cNvPr id="4" name="Footer Placeholder 3">
            <a:extLst>
              <a:ext uri="{FF2B5EF4-FFF2-40B4-BE49-F238E27FC236}">
                <a16:creationId xmlns:a16="http://schemas.microsoft.com/office/drawing/2014/main" id="{FFF49E87-6066-99AE-A0B3-A0B149AE0D9C}"/>
              </a:ext>
            </a:extLst>
          </p:cNvPr>
          <p:cNvSpPr>
            <a:spLocks noGrp="1"/>
          </p:cNvSpPr>
          <p:nvPr>
            <p:ph type="ftr" sz="quarter" idx="11"/>
          </p:nvPr>
        </p:nvSpPr>
        <p:spPr>
          <a:xfrm>
            <a:off x="685800" y="6554697"/>
            <a:ext cx="5029200" cy="228600"/>
          </a:xfrm>
        </p:spPr>
        <p:txBody>
          <a:bodyPr vert="horz" lIns="91440" tIns="45720" rIns="91440" bIns="45720" rtlCol="0" anchor="ctr">
            <a:normAutofit/>
          </a:bodyPr>
          <a:lstStyle/>
          <a:p>
            <a:pPr defTabSz="914400">
              <a:lnSpc>
                <a:spcPct val="90000"/>
              </a:lnSpc>
              <a:spcAft>
                <a:spcPts val="600"/>
              </a:spcAft>
            </a:pPr>
            <a:r>
              <a:rPr lang="en-US" kern="1200" cap="all" baseline="0">
                <a:solidFill>
                  <a:srgbClr val="FFFFFF"/>
                </a:solidFill>
                <a:latin typeface="+mn-lt"/>
                <a:ea typeface="+mn-ea"/>
                <a:cs typeface="+mn-cs"/>
              </a:rPr>
              <a:t>Connect session 11 Wear it Purple</a:t>
            </a:r>
          </a:p>
        </p:txBody>
      </p:sp>
      <p:sp>
        <p:nvSpPr>
          <p:cNvPr id="5" name="Slide Number Placeholder 4">
            <a:extLst>
              <a:ext uri="{FF2B5EF4-FFF2-40B4-BE49-F238E27FC236}">
                <a16:creationId xmlns:a16="http://schemas.microsoft.com/office/drawing/2014/main" id="{C6F95BF6-24E3-FDCC-4ED4-C75AAA6CE6FC}"/>
              </a:ext>
            </a:extLst>
          </p:cNvPr>
          <p:cNvSpPr>
            <a:spLocks noGrp="1"/>
          </p:cNvSpPr>
          <p:nvPr>
            <p:ph type="sldNum" sz="quarter" idx="12"/>
          </p:nvPr>
        </p:nvSpPr>
        <p:spPr>
          <a:xfrm>
            <a:off x="8763926" y="5876412"/>
            <a:ext cx="2926080" cy="1397039"/>
          </a:xfrm>
        </p:spPr>
        <p:txBody>
          <a:bodyPr vert="horz" lIns="91440" tIns="45720" rIns="91440" bIns="45720" rtlCol="0" anchor="b">
            <a:normAutofit/>
          </a:bodyPr>
          <a:lstStyle/>
          <a:p>
            <a:pPr defTabSz="914400">
              <a:lnSpc>
                <a:spcPct val="90000"/>
              </a:lnSpc>
              <a:spcAft>
                <a:spcPts val="600"/>
              </a:spcAft>
            </a:pPr>
            <a:fld id="{FA4FCA09-A334-4A38-8A78-E51DCD588AB3}" type="slidenum">
              <a:rPr lang="en-US" sz="9500">
                <a:solidFill>
                  <a:srgbClr val="FFFFFF">
                    <a:alpha val="60000"/>
                  </a:srgbClr>
                </a:solidFill>
              </a:rPr>
              <a:pPr defTabSz="914400">
                <a:lnSpc>
                  <a:spcPct val="90000"/>
                </a:lnSpc>
                <a:spcAft>
                  <a:spcPts val="600"/>
                </a:spcAft>
              </a:pPr>
              <a:t>9</a:t>
            </a:fld>
            <a:endParaRPr lang="en-US" sz="9500">
              <a:solidFill>
                <a:srgbClr val="FFFFFF">
                  <a:alpha val="60000"/>
                </a:srgbClr>
              </a:solidFill>
            </a:endParaRPr>
          </a:p>
        </p:txBody>
      </p:sp>
    </p:spTree>
    <p:extLst>
      <p:ext uri="{BB962C8B-B14F-4D97-AF65-F5344CB8AC3E}">
        <p14:creationId xmlns:p14="http://schemas.microsoft.com/office/powerpoint/2010/main" val="1337165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4480C-8F91-89A1-37B6-FA1B2EA8F665}"/>
              </a:ext>
            </a:extLst>
          </p:cNvPr>
          <p:cNvSpPr>
            <a:spLocks noGrp="1"/>
          </p:cNvSpPr>
          <p:nvPr>
            <p:ph type="title"/>
          </p:nvPr>
        </p:nvSpPr>
        <p:spPr>
          <a:xfrm>
            <a:off x="4635691" y="850674"/>
            <a:ext cx="6562726" cy="1658198"/>
          </a:xfrm>
        </p:spPr>
        <p:txBody>
          <a:bodyPr>
            <a:normAutofit/>
          </a:bodyPr>
          <a:lstStyle/>
          <a:p>
            <a:r>
              <a:rPr lang="en-AU">
                <a:solidFill>
                  <a:schemeClr val="tx1"/>
                </a:solidFill>
              </a:rPr>
              <a:t>Purpose</a:t>
            </a:r>
          </a:p>
        </p:txBody>
      </p:sp>
      <p:pic>
        <p:nvPicPr>
          <p:cNvPr id="7" name="Picture 6">
            <a:extLst>
              <a:ext uri="{FF2B5EF4-FFF2-40B4-BE49-F238E27FC236}">
                <a16:creationId xmlns:a16="http://schemas.microsoft.com/office/drawing/2014/main" id="{F5ECFB72-D2EA-BE07-72F3-B5096E8EA98C}"/>
              </a:ext>
            </a:extLst>
          </p:cNvPr>
          <p:cNvPicPr>
            <a:picLocks noChangeAspect="1"/>
          </p:cNvPicPr>
          <p:nvPr/>
        </p:nvPicPr>
        <p:blipFill>
          <a:blip r:embed="rId2"/>
          <a:stretch>
            <a:fillRect/>
          </a:stretch>
        </p:blipFill>
        <p:spPr>
          <a:xfrm>
            <a:off x="628985" y="964485"/>
            <a:ext cx="3448478" cy="4926397"/>
          </a:xfrm>
          <a:prstGeom prst="rect">
            <a:avLst/>
          </a:prstGeom>
        </p:spPr>
      </p:pic>
      <p:sp>
        <p:nvSpPr>
          <p:cNvPr id="3" name="Content Placeholder 2">
            <a:extLst>
              <a:ext uri="{FF2B5EF4-FFF2-40B4-BE49-F238E27FC236}">
                <a16:creationId xmlns:a16="http://schemas.microsoft.com/office/drawing/2014/main" id="{D8D1AC59-80B8-019C-F5C4-E045BB2402A5}"/>
              </a:ext>
            </a:extLst>
          </p:cNvPr>
          <p:cNvSpPr>
            <a:spLocks noGrp="1"/>
          </p:cNvSpPr>
          <p:nvPr>
            <p:ph idx="1"/>
          </p:nvPr>
        </p:nvSpPr>
        <p:spPr>
          <a:xfrm>
            <a:off x="4769423" y="2598214"/>
            <a:ext cx="6428994" cy="3766185"/>
          </a:xfrm>
        </p:spPr>
        <p:txBody>
          <a:bodyPr vert="horz" lIns="91440" tIns="45720" rIns="91440" bIns="45720" rtlCol="0" anchor="t">
            <a:normAutofit/>
          </a:bodyPr>
          <a:lstStyle/>
          <a:p>
            <a:r>
              <a:rPr lang="en-AU" sz="2800" b="1" i="0" u="none" strike="noStrike" baseline="0">
                <a:solidFill>
                  <a:schemeClr val="tx1"/>
                </a:solidFill>
                <a:latin typeface="Source Sans Pro"/>
                <a:ea typeface="Source Sans Pro"/>
              </a:rPr>
              <a:t>The purpose of this policy is to ensure that Kew High School complies with and reflects the Department of Education and Trainings policy in supporting Lesbian, Gay, Bisexual, Trans and gender diverse, Intersex, and Queer and questioning (LGBTIQA+) students attending Kew High School</a:t>
            </a:r>
            <a:r>
              <a:rPr lang="en-AU" sz="2800" b="1" i="0" u="none" strike="noStrike" baseline="0">
                <a:latin typeface="Source Sans Pro"/>
                <a:ea typeface="Source Sans Pro"/>
              </a:rPr>
              <a:t>.</a:t>
            </a:r>
            <a:r>
              <a:rPr lang="en-AU" sz="2800" b="1">
                <a:latin typeface="Source Sans Pro"/>
                <a:ea typeface="Source Sans Pro"/>
              </a:rPr>
              <a:t> </a:t>
            </a:r>
            <a:endParaRPr lang="en-AU" b="1"/>
          </a:p>
        </p:txBody>
      </p:sp>
      <p:sp>
        <p:nvSpPr>
          <p:cNvPr id="4" name="Footer Placeholder 3">
            <a:extLst>
              <a:ext uri="{FF2B5EF4-FFF2-40B4-BE49-F238E27FC236}">
                <a16:creationId xmlns:a16="http://schemas.microsoft.com/office/drawing/2014/main" id="{520EE791-E279-3610-3067-642C78260D65}"/>
              </a:ext>
            </a:extLst>
          </p:cNvPr>
          <p:cNvSpPr>
            <a:spLocks noGrp="1"/>
          </p:cNvSpPr>
          <p:nvPr>
            <p:ph type="ftr" sz="quarter" idx="11"/>
          </p:nvPr>
        </p:nvSpPr>
        <p:spPr>
          <a:xfrm>
            <a:off x="685800" y="6554697"/>
            <a:ext cx="5029200" cy="228600"/>
          </a:xfrm>
        </p:spPr>
        <p:txBody>
          <a:bodyPr>
            <a:normAutofit/>
          </a:bodyPr>
          <a:lstStyle/>
          <a:p>
            <a:pPr>
              <a:lnSpc>
                <a:spcPct val="90000"/>
              </a:lnSpc>
              <a:spcAft>
                <a:spcPts val="600"/>
              </a:spcAft>
            </a:pPr>
            <a:r>
              <a:rPr lang="en-AU"/>
              <a:t>Connect session 11 Wear it Purple</a:t>
            </a:r>
            <a:endParaRPr lang="en-US"/>
          </a:p>
        </p:txBody>
      </p:sp>
      <p:sp>
        <p:nvSpPr>
          <p:cNvPr id="5" name="Slide Number Placeholder 4">
            <a:extLst>
              <a:ext uri="{FF2B5EF4-FFF2-40B4-BE49-F238E27FC236}">
                <a16:creationId xmlns:a16="http://schemas.microsoft.com/office/drawing/2014/main" id="{CE60A8C2-6A30-219E-AAF2-27A023D566AA}"/>
              </a:ext>
            </a:extLst>
          </p:cNvPr>
          <p:cNvSpPr>
            <a:spLocks noGrp="1"/>
          </p:cNvSpPr>
          <p:nvPr>
            <p:ph type="sldNum" sz="quarter" idx="12"/>
          </p:nvPr>
        </p:nvSpPr>
        <p:spPr>
          <a:xfrm>
            <a:off x="8763926" y="5876412"/>
            <a:ext cx="2926080" cy="1397039"/>
          </a:xfrm>
        </p:spPr>
        <p:txBody>
          <a:bodyPr>
            <a:normAutofit/>
          </a:bodyPr>
          <a:lstStyle/>
          <a:p>
            <a:pPr>
              <a:lnSpc>
                <a:spcPct val="90000"/>
              </a:lnSpc>
              <a:spcAft>
                <a:spcPts val="600"/>
              </a:spcAft>
            </a:pPr>
            <a:fld id="{FA4FCA09-A334-4A38-8A78-E51DCD588AB3}" type="slidenum">
              <a:rPr lang="en-US" sz="9500"/>
              <a:pPr>
                <a:lnSpc>
                  <a:spcPct val="90000"/>
                </a:lnSpc>
                <a:spcAft>
                  <a:spcPts val="600"/>
                </a:spcAft>
              </a:pPr>
              <a:t>10</a:t>
            </a:fld>
            <a:endParaRPr lang="en-US" sz="9500"/>
          </a:p>
        </p:txBody>
      </p:sp>
    </p:spTree>
    <p:extLst>
      <p:ext uri="{BB962C8B-B14F-4D97-AF65-F5344CB8AC3E}">
        <p14:creationId xmlns:p14="http://schemas.microsoft.com/office/powerpoint/2010/main" val="926439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A730DD-D807-8221-F940-7787685EAFAF}"/>
              </a:ext>
            </a:extLst>
          </p:cNvPr>
          <p:cNvPicPr>
            <a:picLocks noChangeAspect="1"/>
          </p:cNvPicPr>
          <p:nvPr/>
        </p:nvPicPr>
        <p:blipFill>
          <a:blip r:embed="rId2"/>
          <a:stretch>
            <a:fillRect/>
          </a:stretch>
        </p:blipFill>
        <p:spPr>
          <a:xfrm>
            <a:off x="0" y="-104718"/>
            <a:ext cx="12166379" cy="7067436"/>
          </a:xfrm>
          <a:prstGeom prst="rect">
            <a:avLst/>
          </a:prstGeom>
        </p:spPr>
      </p:pic>
      <p:sp>
        <p:nvSpPr>
          <p:cNvPr id="2" name="Title 1">
            <a:extLst>
              <a:ext uri="{FF2B5EF4-FFF2-40B4-BE49-F238E27FC236}">
                <a16:creationId xmlns:a16="http://schemas.microsoft.com/office/drawing/2014/main" id="{E4AD853B-215D-5833-CE61-877D552EC11B}"/>
              </a:ext>
            </a:extLst>
          </p:cNvPr>
          <p:cNvSpPr>
            <a:spLocks noGrp="1"/>
          </p:cNvSpPr>
          <p:nvPr>
            <p:ph type="title"/>
          </p:nvPr>
        </p:nvSpPr>
        <p:spPr>
          <a:xfrm>
            <a:off x="657224" y="499533"/>
            <a:ext cx="10772775" cy="1075267"/>
          </a:xfrm>
        </p:spPr>
        <p:txBody>
          <a:bodyPr>
            <a:normAutofit/>
          </a:bodyPr>
          <a:lstStyle/>
          <a:p>
            <a:r>
              <a:rPr lang="en-AU">
                <a:solidFill>
                  <a:schemeClr val="bg1"/>
                </a:solidFill>
              </a:rPr>
              <a:t>What’s included in the Policy?</a:t>
            </a:r>
          </a:p>
        </p:txBody>
      </p:sp>
      <p:sp>
        <p:nvSpPr>
          <p:cNvPr id="3" name="Content Placeholder 2">
            <a:extLst>
              <a:ext uri="{FF2B5EF4-FFF2-40B4-BE49-F238E27FC236}">
                <a16:creationId xmlns:a16="http://schemas.microsoft.com/office/drawing/2014/main" id="{A51FFCA1-E428-EB58-286E-B1E05D9A7DA9}"/>
              </a:ext>
            </a:extLst>
          </p:cNvPr>
          <p:cNvSpPr>
            <a:spLocks noGrp="1"/>
          </p:cNvSpPr>
          <p:nvPr>
            <p:ph idx="1"/>
          </p:nvPr>
        </p:nvSpPr>
        <p:spPr>
          <a:xfrm>
            <a:off x="2605805" y="1567487"/>
            <a:ext cx="6875611" cy="4346787"/>
          </a:xfrm>
        </p:spPr>
        <p:txBody>
          <a:bodyPr>
            <a:normAutofit/>
          </a:bodyPr>
          <a:lstStyle/>
          <a:p>
            <a:r>
              <a:rPr lang="en-AU" sz="1800" b="0" i="0" u="none" strike="noStrike" baseline="0">
                <a:solidFill>
                  <a:schemeClr val="bg1"/>
                </a:solidFill>
                <a:latin typeface="Baskerville Display PT"/>
              </a:rPr>
              <a:t>Contents </a:t>
            </a:r>
          </a:p>
          <a:p>
            <a:r>
              <a:rPr lang="en-AU" sz="1800" b="0" i="0" u="none" strike="noStrike" baseline="0">
                <a:solidFill>
                  <a:schemeClr val="bg1"/>
                </a:solidFill>
                <a:latin typeface="Source Sans Pro" panose="020B0503030403020204" pitchFamily="34" charset="0"/>
              </a:rPr>
              <a:t>1) Definitions </a:t>
            </a:r>
          </a:p>
          <a:p>
            <a:r>
              <a:rPr lang="en-AU" sz="1800" b="0" i="0" u="none" strike="noStrike" baseline="0">
                <a:solidFill>
                  <a:schemeClr val="bg1"/>
                </a:solidFill>
                <a:latin typeface="Source Sans Pro" panose="020B0503030403020204" pitchFamily="34" charset="0"/>
              </a:rPr>
              <a:t>2) Processes and procedures a. Legal considerations </a:t>
            </a:r>
          </a:p>
          <a:p>
            <a:r>
              <a:rPr lang="en-AU" sz="1800" b="0" i="0" u="none" strike="noStrike" baseline="0">
                <a:solidFill>
                  <a:schemeClr val="bg1"/>
                </a:solidFill>
                <a:latin typeface="Source Sans Pro" panose="020B0503030403020204" pitchFamily="34" charset="0"/>
              </a:rPr>
              <a:t>b. Department requirements </a:t>
            </a:r>
          </a:p>
          <a:p>
            <a:r>
              <a:rPr lang="en-AU" sz="1800" b="0" i="0" u="none" strike="noStrike" baseline="0">
                <a:solidFill>
                  <a:schemeClr val="bg1"/>
                </a:solidFill>
                <a:latin typeface="Source Sans Pro" panose="020B0503030403020204" pitchFamily="34" charset="0"/>
              </a:rPr>
              <a:t>c. Commitments of Kew High School for LGBTQIA+ inclusion </a:t>
            </a:r>
          </a:p>
          <a:p>
            <a:r>
              <a:rPr lang="en-AU" sz="1800" b="0" i="0" u="none" strike="noStrike" baseline="0">
                <a:solidFill>
                  <a:schemeClr val="bg1"/>
                </a:solidFill>
                <a:latin typeface="Source Sans Pro" panose="020B0503030403020204" pitchFamily="34" charset="0"/>
              </a:rPr>
              <a:t>d. Promoting inclusive classroom practice at Kew High School </a:t>
            </a:r>
          </a:p>
          <a:p>
            <a:r>
              <a:rPr lang="en-AU" sz="1800" b="0" i="0" u="none" strike="noStrike" baseline="0">
                <a:solidFill>
                  <a:schemeClr val="bg1"/>
                </a:solidFill>
                <a:latin typeface="Source Sans Pro" panose="020B0503030403020204" pitchFamily="34" charset="0"/>
              </a:rPr>
              <a:t>e. Gender affirmation support plans </a:t>
            </a:r>
          </a:p>
          <a:p>
            <a:r>
              <a:rPr lang="en-AU" sz="1800" b="0" i="0" u="none" strike="noStrike" baseline="0">
                <a:solidFill>
                  <a:schemeClr val="bg1"/>
                </a:solidFill>
                <a:latin typeface="Source Sans Pro" panose="020B0503030403020204" pitchFamily="34" charset="0"/>
              </a:rPr>
              <a:t>f. Camps and Excursions </a:t>
            </a:r>
          </a:p>
          <a:p>
            <a:r>
              <a:rPr lang="en-AU" sz="1800" b="0" i="0" u="none" strike="noStrike" baseline="0">
                <a:solidFill>
                  <a:schemeClr val="bg1"/>
                </a:solidFill>
                <a:latin typeface="Source Sans Pro" panose="020B0503030403020204" pitchFamily="34" charset="0"/>
              </a:rPr>
              <a:t>g. Understanding confidentiality </a:t>
            </a:r>
          </a:p>
          <a:p>
            <a:r>
              <a:rPr lang="en-AU" sz="1800" b="0" i="0" u="none" strike="noStrike" baseline="0">
                <a:solidFill>
                  <a:schemeClr val="bg1"/>
                </a:solidFill>
                <a:latin typeface="Source Sans Pro" panose="020B0503030403020204" pitchFamily="34" charset="0"/>
              </a:rPr>
              <a:t>h. Parental consent </a:t>
            </a:r>
          </a:p>
          <a:p>
            <a:endParaRPr lang="en-AU" sz="1500" b="0" i="0" u="none" strike="noStrike" baseline="0">
              <a:solidFill>
                <a:schemeClr val="bg1"/>
              </a:solidFill>
              <a:latin typeface="Source Sans Pro" panose="020B0503030403020204" pitchFamily="34" charset="0"/>
            </a:endParaRPr>
          </a:p>
          <a:p>
            <a:endParaRPr lang="en-AU" sz="1500"/>
          </a:p>
        </p:txBody>
      </p:sp>
      <p:sp>
        <p:nvSpPr>
          <p:cNvPr id="4" name="Footer Placeholder 3">
            <a:extLst>
              <a:ext uri="{FF2B5EF4-FFF2-40B4-BE49-F238E27FC236}">
                <a16:creationId xmlns:a16="http://schemas.microsoft.com/office/drawing/2014/main" id="{16FA6C44-1F47-D797-9C32-FF90611F8F4A}"/>
              </a:ext>
            </a:extLst>
          </p:cNvPr>
          <p:cNvSpPr>
            <a:spLocks noGrp="1"/>
          </p:cNvSpPr>
          <p:nvPr>
            <p:ph type="ftr" sz="quarter" idx="11"/>
          </p:nvPr>
        </p:nvSpPr>
        <p:spPr>
          <a:xfrm>
            <a:off x="685800" y="6554697"/>
            <a:ext cx="5029200" cy="228600"/>
          </a:xfrm>
        </p:spPr>
        <p:txBody>
          <a:bodyPr>
            <a:normAutofit/>
          </a:bodyPr>
          <a:lstStyle/>
          <a:p>
            <a:pPr>
              <a:lnSpc>
                <a:spcPct val="90000"/>
              </a:lnSpc>
              <a:spcAft>
                <a:spcPts val="600"/>
              </a:spcAft>
            </a:pPr>
            <a:r>
              <a:rPr lang="en-AU"/>
              <a:t>Connect session 11 Wear it Purple</a:t>
            </a:r>
            <a:endParaRPr lang="en-US"/>
          </a:p>
        </p:txBody>
      </p:sp>
      <p:sp>
        <p:nvSpPr>
          <p:cNvPr id="5" name="Slide Number Placeholder 4">
            <a:extLst>
              <a:ext uri="{FF2B5EF4-FFF2-40B4-BE49-F238E27FC236}">
                <a16:creationId xmlns:a16="http://schemas.microsoft.com/office/drawing/2014/main" id="{B851C497-F53A-7B87-85E1-E27EA579E263}"/>
              </a:ext>
            </a:extLst>
          </p:cNvPr>
          <p:cNvSpPr>
            <a:spLocks noGrp="1"/>
          </p:cNvSpPr>
          <p:nvPr>
            <p:ph type="sldNum" sz="quarter" idx="12"/>
          </p:nvPr>
        </p:nvSpPr>
        <p:spPr>
          <a:xfrm>
            <a:off x="8763926" y="5876412"/>
            <a:ext cx="2926080" cy="1397039"/>
          </a:xfrm>
        </p:spPr>
        <p:txBody>
          <a:bodyPr>
            <a:normAutofit/>
          </a:bodyPr>
          <a:lstStyle/>
          <a:p>
            <a:pPr>
              <a:lnSpc>
                <a:spcPct val="90000"/>
              </a:lnSpc>
              <a:spcAft>
                <a:spcPts val="600"/>
              </a:spcAft>
            </a:pPr>
            <a:fld id="{FA4FCA09-A334-4A38-8A78-E51DCD588AB3}" type="slidenum">
              <a:rPr lang="en-US" sz="9500" smtClean="0"/>
              <a:pPr>
                <a:lnSpc>
                  <a:spcPct val="90000"/>
                </a:lnSpc>
                <a:spcAft>
                  <a:spcPts val="600"/>
                </a:spcAft>
              </a:pPr>
              <a:t>11</a:t>
            </a:fld>
            <a:endParaRPr lang="en-US" sz="9500"/>
          </a:p>
        </p:txBody>
      </p:sp>
    </p:spTree>
    <p:extLst>
      <p:ext uri="{BB962C8B-B14F-4D97-AF65-F5344CB8AC3E}">
        <p14:creationId xmlns:p14="http://schemas.microsoft.com/office/powerpoint/2010/main" val="586147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DD686D-2AA3-994A-1515-FDB9E543B5DA}"/>
              </a:ext>
            </a:extLst>
          </p:cNvPr>
          <p:cNvPicPr>
            <a:picLocks noChangeAspect="1"/>
          </p:cNvPicPr>
          <p:nvPr/>
        </p:nvPicPr>
        <p:blipFill>
          <a:blip r:embed="rId2"/>
          <a:stretch>
            <a:fillRect/>
          </a:stretch>
        </p:blipFill>
        <p:spPr>
          <a:xfrm>
            <a:off x="-35367" y="16350"/>
            <a:ext cx="12166379" cy="7067436"/>
          </a:xfrm>
          <a:prstGeom prst="rect">
            <a:avLst/>
          </a:prstGeom>
        </p:spPr>
      </p:pic>
      <p:sp>
        <p:nvSpPr>
          <p:cNvPr id="2" name="Title 1">
            <a:extLst>
              <a:ext uri="{FF2B5EF4-FFF2-40B4-BE49-F238E27FC236}">
                <a16:creationId xmlns:a16="http://schemas.microsoft.com/office/drawing/2014/main" id="{F813411E-B0EB-5E46-42AB-18EE339B6890}"/>
              </a:ext>
            </a:extLst>
          </p:cNvPr>
          <p:cNvSpPr>
            <a:spLocks noGrp="1"/>
          </p:cNvSpPr>
          <p:nvPr>
            <p:ph type="title"/>
          </p:nvPr>
        </p:nvSpPr>
        <p:spPr>
          <a:xfrm>
            <a:off x="657224" y="499533"/>
            <a:ext cx="10772775" cy="926667"/>
          </a:xfrm>
        </p:spPr>
        <p:txBody>
          <a:bodyPr/>
          <a:lstStyle/>
          <a:p>
            <a:r>
              <a:rPr lang="en-AU">
                <a:solidFill>
                  <a:schemeClr val="bg1"/>
                </a:solidFill>
              </a:rPr>
              <a:t>Where is it located?</a:t>
            </a:r>
          </a:p>
        </p:txBody>
      </p:sp>
      <p:pic>
        <p:nvPicPr>
          <p:cNvPr id="7" name="Content Placeholder 6">
            <a:extLst>
              <a:ext uri="{FF2B5EF4-FFF2-40B4-BE49-F238E27FC236}">
                <a16:creationId xmlns:a16="http://schemas.microsoft.com/office/drawing/2014/main" id="{A54C6194-AF30-4FDB-7BB1-DAE2F127E0BF}"/>
              </a:ext>
            </a:extLst>
          </p:cNvPr>
          <p:cNvPicPr>
            <a:picLocks noGrp="1" noChangeAspect="1"/>
          </p:cNvPicPr>
          <p:nvPr>
            <p:ph idx="1"/>
          </p:nvPr>
        </p:nvPicPr>
        <p:blipFill>
          <a:blip r:embed="rId3"/>
          <a:stretch>
            <a:fillRect/>
          </a:stretch>
        </p:blipFill>
        <p:spPr>
          <a:xfrm>
            <a:off x="532822" y="1819191"/>
            <a:ext cx="3746693" cy="3219615"/>
          </a:xfrm>
        </p:spPr>
      </p:pic>
      <p:sp>
        <p:nvSpPr>
          <p:cNvPr id="4" name="Footer Placeholder 3">
            <a:extLst>
              <a:ext uri="{FF2B5EF4-FFF2-40B4-BE49-F238E27FC236}">
                <a16:creationId xmlns:a16="http://schemas.microsoft.com/office/drawing/2014/main" id="{3A57C00D-0913-DE6C-85AF-2C2BF3E97BC2}"/>
              </a:ext>
            </a:extLst>
          </p:cNvPr>
          <p:cNvSpPr>
            <a:spLocks noGrp="1"/>
          </p:cNvSpPr>
          <p:nvPr>
            <p:ph type="ftr" sz="quarter" idx="11"/>
          </p:nvPr>
        </p:nvSpPr>
        <p:spPr/>
        <p:txBody>
          <a:bodyPr/>
          <a:lstStyle/>
          <a:p>
            <a:r>
              <a:rPr lang="en-AU"/>
              <a:t>Connect session 11 Wear it Purple</a:t>
            </a:r>
            <a:endParaRPr lang="en-US"/>
          </a:p>
        </p:txBody>
      </p:sp>
      <p:sp>
        <p:nvSpPr>
          <p:cNvPr id="5" name="Slide Number Placeholder 4">
            <a:extLst>
              <a:ext uri="{FF2B5EF4-FFF2-40B4-BE49-F238E27FC236}">
                <a16:creationId xmlns:a16="http://schemas.microsoft.com/office/drawing/2014/main" id="{26F15F4B-6D7A-4A16-0519-B04903D54C81}"/>
              </a:ext>
            </a:extLst>
          </p:cNvPr>
          <p:cNvSpPr>
            <a:spLocks noGrp="1"/>
          </p:cNvSpPr>
          <p:nvPr>
            <p:ph type="sldNum" sz="quarter" idx="12"/>
          </p:nvPr>
        </p:nvSpPr>
        <p:spPr/>
        <p:txBody>
          <a:bodyPr/>
          <a:lstStyle/>
          <a:p>
            <a:fld id="{FA4FCA09-A334-4A38-8A78-E51DCD588AB3}" type="slidenum">
              <a:rPr lang="en-US" smtClean="0"/>
              <a:t>12</a:t>
            </a:fld>
            <a:endParaRPr lang="en-US"/>
          </a:p>
        </p:txBody>
      </p:sp>
      <p:sp>
        <p:nvSpPr>
          <p:cNvPr id="8" name="Oval 7">
            <a:extLst>
              <a:ext uri="{FF2B5EF4-FFF2-40B4-BE49-F238E27FC236}">
                <a16:creationId xmlns:a16="http://schemas.microsoft.com/office/drawing/2014/main" id="{72108256-EEB6-B401-4656-BB4E4BBCF6ED}"/>
              </a:ext>
            </a:extLst>
          </p:cNvPr>
          <p:cNvSpPr/>
          <p:nvPr/>
        </p:nvSpPr>
        <p:spPr>
          <a:xfrm>
            <a:off x="2775098" y="1807533"/>
            <a:ext cx="361507" cy="307666"/>
          </a:xfrm>
          <a:prstGeom prst="ellipse">
            <a:avLst/>
          </a:pr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a:extLst>
              <a:ext uri="{FF2B5EF4-FFF2-40B4-BE49-F238E27FC236}">
                <a16:creationId xmlns:a16="http://schemas.microsoft.com/office/drawing/2014/main" id="{6C68F70D-831D-0014-6E4A-4245BD8AFDA5}"/>
              </a:ext>
            </a:extLst>
          </p:cNvPr>
          <p:cNvSpPr/>
          <p:nvPr/>
        </p:nvSpPr>
        <p:spPr>
          <a:xfrm>
            <a:off x="2775097" y="4423144"/>
            <a:ext cx="935666" cy="277126"/>
          </a:xfrm>
          <a:prstGeom prst="ellipse">
            <a:avLst/>
          </a:pr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1" name="Straight Arrow Connector 10">
            <a:extLst>
              <a:ext uri="{FF2B5EF4-FFF2-40B4-BE49-F238E27FC236}">
                <a16:creationId xmlns:a16="http://schemas.microsoft.com/office/drawing/2014/main" id="{9A458EC8-CC04-CAC9-1CA8-5EB12D00AAF8}"/>
              </a:ext>
            </a:extLst>
          </p:cNvPr>
          <p:cNvCxnSpPr/>
          <p:nvPr/>
        </p:nvCxnSpPr>
        <p:spPr>
          <a:xfrm flipV="1">
            <a:off x="1467293" y="2169389"/>
            <a:ext cx="1190847" cy="111607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CCBCDB9-58A6-2ACD-2CE9-0A59BC28E51F}"/>
              </a:ext>
            </a:extLst>
          </p:cNvPr>
          <p:cNvCxnSpPr>
            <a:cxnSpLocks/>
          </p:cNvCxnSpPr>
          <p:nvPr/>
        </p:nvCxnSpPr>
        <p:spPr>
          <a:xfrm>
            <a:off x="1360967" y="3572541"/>
            <a:ext cx="1297173" cy="10325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B6E27444-6943-25AD-C457-40230882B36F}"/>
              </a:ext>
            </a:extLst>
          </p:cNvPr>
          <p:cNvPicPr>
            <a:picLocks noChangeAspect="1"/>
          </p:cNvPicPr>
          <p:nvPr/>
        </p:nvPicPr>
        <p:blipFill>
          <a:blip r:embed="rId4"/>
          <a:stretch>
            <a:fillRect/>
          </a:stretch>
        </p:blipFill>
        <p:spPr>
          <a:xfrm>
            <a:off x="4638894" y="1819191"/>
            <a:ext cx="6547186" cy="3772094"/>
          </a:xfrm>
          <a:prstGeom prst="rect">
            <a:avLst/>
          </a:prstGeom>
        </p:spPr>
      </p:pic>
      <p:sp>
        <p:nvSpPr>
          <p:cNvPr id="17" name="Oval 16">
            <a:extLst>
              <a:ext uri="{FF2B5EF4-FFF2-40B4-BE49-F238E27FC236}">
                <a16:creationId xmlns:a16="http://schemas.microsoft.com/office/drawing/2014/main" id="{A996D5C1-3BC1-09EC-3EBC-1D9A38E99B85}"/>
              </a:ext>
            </a:extLst>
          </p:cNvPr>
          <p:cNvSpPr/>
          <p:nvPr/>
        </p:nvSpPr>
        <p:spPr>
          <a:xfrm>
            <a:off x="8594650" y="4700269"/>
            <a:ext cx="1655136" cy="509683"/>
          </a:xfrm>
          <a:prstGeom prst="ellipse">
            <a:avLst/>
          </a:pr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357264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81BB1-E26D-37DB-8DCD-2E7E058CF867}"/>
              </a:ext>
            </a:extLst>
          </p:cNvPr>
          <p:cNvSpPr>
            <a:spLocks noGrp="1"/>
          </p:cNvSpPr>
          <p:nvPr>
            <p:ph type="title"/>
          </p:nvPr>
        </p:nvSpPr>
        <p:spPr/>
        <p:txBody>
          <a:bodyPr/>
          <a:lstStyle/>
          <a:p>
            <a:r>
              <a:rPr lang="en-AU"/>
              <a:t>Where is it located?</a:t>
            </a:r>
          </a:p>
        </p:txBody>
      </p:sp>
      <p:pic>
        <p:nvPicPr>
          <p:cNvPr id="7" name="Content Placeholder 6">
            <a:extLst>
              <a:ext uri="{FF2B5EF4-FFF2-40B4-BE49-F238E27FC236}">
                <a16:creationId xmlns:a16="http://schemas.microsoft.com/office/drawing/2014/main" id="{E6B5C5F0-2AA7-EA93-172D-7CF75E3EE8D9}"/>
              </a:ext>
            </a:extLst>
          </p:cNvPr>
          <p:cNvPicPr>
            <a:picLocks noGrp="1" noChangeAspect="1"/>
          </p:cNvPicPr>
          <p:nvPr>
            <p:ph idx="1"/>
          </p:nvPr>
        </p:nvPicPr>
        <p:blipFill>
          <a:blip r:embed="rId2"/>
          <a:stretch>
            <a:fillRect/>
          </a:stretch>
        </p:blipFill>
        <p:spPr>
          <a:xfrm>
            <a:off x="481090" y="1724284"/>
            <a:ext cx="5311822" cy="4634183"/>
          </a:xfrm>
        </p:spPr>
      </p:pic>
      <p:sp>
        <p:nvSpPr>
          <p:cNvPr id="4" name="Footer Placeholder 3">
            <a:extLst>
              <a:ext uri="{FF2B5EF4-FFF2-40B4-BE49-F238E27FC236}">
                <a16:creationId xmlns:a16="http://schemas.microsoft.com/office/drawing/2014/main" id="{E4CF7BB6-731A-960F-8D79-25E8506DEF2A}"/>
              </a:ext>
            </a:extLst>
          </p:cNvPr>
          <p:cNvSpPr>
            <a:spLocks noGrp="1"/>
          </p:cNvSpPr>
          <p:nvPr>
            <p:ph type="ftr" sz="quarter" idx="11"/>
          </p:nvPr>
        </p:nvSpPr>
        <p:spPr/>
        <p:txBody>
          <a:bodyPr/>
          <a:lstStyle/>
          <a:p>
            <a:r>
              <a:rPr lang="en-AU"/>
              <a:t>Connect session 11 Wear it Purple</a:t>
            </a:r>
            <a:endParaRPr lang="en-US"/>
          </a:p>
        </p:txBody>
      </p:sp>
      <p:sp>
        <p:nvSpPr>
          <p:cNvPr id="5" name="Slide Number Placeholder 4">
            <a:extLst>
              <a:ext uri="{FF2B5EF4-FFF2-40B4-BE49-F238E27FC236}">
                <a16:creationId xmlns:a16="http://schemas.microsoft.com/office/drawing/2014/main" id="{4B44938A-03DF-5942-3F55-81F939FB9D9B}"/>
              </a:ext>
            </a:extLst>
          </p:cNvPr>
          <p:cNvSpPr>
            <a:spLocks noGrp="1"/>
          </p:cNvSpPr>
          <p:nvPr>
            <p:ph type="sldNum" sz="quarter" idx="12"/>
          </p:nvPr>
        </p:nvSpPr>
        <p:spPr/>
        <p:txBody>
          <a:bodyPr/>
          <a:lstStyle/>
          <a:p>
            <a:fld id="{FA4FCA09-A334-4A38-8A78-E51DCD588AB3}" type="slidenum">
              <a:rPr lang="en-US" smtClean="0"/>
              <a:t>13</a:t>
            </a:fld>
            <a:endParaRPr lang="en-US"/>
          </a:p>
        </p:txBody>
      </p:sp>
      <p:sp>
        <p:nvSpPr>
          <p:cNvPr id="8" name="Oval 7">
            <a:extLst>
              <a:ext uri="{FF2B5EF4-FFF2-40B4-BE49-F238E27FC236}">
                <a16:creationId xmlns:a16="http://schemas.microsoft.com/office/drawing/2014/main" id="{753EE14F-6E02-5DBA-2882-6752AC5C2A42}"/>
              </a:ext>
            </a:extLst>
          </p:cNvPr>
          <p:cNvSpPr/>
          <p:nvPr/>
        </p:nvSpPr>
        <p:spPr>
          <a:xfrm>
            <a:off x="481090" y="3127640"/>
            <a:ext cx="1655136" cy="509683"/>
          </a:xfrm>
          <a:prstGeom prst="ellipse">
            <a:avLst/>
          </a:pr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2" name="Picture 11">
            <a:extLst>
              <a:ext uri="{FF2B5EF4-FFF2-40B4-BE49-F238E27FC236}">
                <a16:creationId xmlns:a16="http://schemas.microsoft.com/office/drawing/2014/main" id="{44FCEBB0-C54A-97FC-46AD-12EF2A321BCB}"/>
              </a:ext>
            </a:extLst>
          </p:cNvPr>
          <p:cNvPicPr>
            <a:picLocks noChangeAspect="1"/>
          </p:cNvPicPr>
          <p:nvPr/>
        </p:nvPicPr>
        <p:blipFill>
          <a:blip r:embed="rId3"/>
          <a:stretch>
            <a:fillRect/>
          </a:stretch>
        </p:blipFill>
        <p:spPr>
          <a:xfrm>
            <a:off x="3546084" y="2032634"/>
            <a:ext cx="7464670" cy="4325833"/>
          </a:xfrm>
          <a:prstGeom prst="rect">
            <a:avLst/>
          </a:prstGeom>
        </p:spPr>
      </p:pic>
      <p:sp>
        <p:nvSpPr>
          <p:cNvPr id="11" name="Oval 10">
            <a:extLst>
              <a:ext uri="{FF2B5EF4-FFF2-40B4-BE49-F238E27FC236}">
                <a16:creationId xmlns:a16="http://schemas.microsoft.com/office/drawing/2014/main" id="{52F23AF3-6C9D-B48B-E9A9-A49271FC921A}"/>
              </a:ext>
            </a:extLst>
          </p:cNvPr>
          <p:cNvSpPr/>
          <p:nvPr/>
        </p:nvSpPr>
        <p:spPr>
          <a:xfrm>
            <a:off x="7471942" y="4016117"/>
            <a:ext cx="1977656" cy="1397039"/>
          </a:xfrm>
          <a:prstGeom prst="ellipse">
            <a:avLst/>
          </a:pr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Arrow Connector 12">
            <a:extLst>
              <a:ext uri="{FF2B5EF4-FFF2-40B4-BE49-F238E27FC236}">
                <a16:creationId xmlns:a16="http://schemas.microsoft.com/office/drawing/2014/main" id="{D663C610-7809-C261-1C0D-D6D5085193A8}"/>
              </a:ext>
            </a:extLst>
          </p:cNvPr>
          <p:cNvCxnSpPr/>
          <p:nvPr/>
        </p:nvCxnSpPr>
        <p:spPr>
          <a:xfrm>
            <a:off x="5182455" y="2536871"/>
            <a:ext cx="2286000" cy="165867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1842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ut-out symbol of transgender">
            <a:extLst>
              <a:ext uri="{FF2B5EF4-FFF2-40B4-BE49-F238E27FC236}">
                <a16:creationId xmlns:a16="http://schemas.microsoft.com/office/drawing/2014/main" id="{73F60233-951A-3C94-BD36-DFE67E84593B}"/>
              </a:ext>
            </a:extLst>
          </p:cNvPr>
          <p:cNvPicPr>
            <a:picLocks noChangeAspect="1"/>
          </p:cNvPicPr>
          <p:nvPr/>
        </p:nvPicPr>
        <p:blipFill rotWithShape="1">
          <a:blip r:embed="rId2"/>
          <a:srcRect t="11995" r="1" b="3685"/>
          <a:stretch/>
        </p:blipFill>
        <p:spPr>
          <a:xfrm>
            <a:off x="20" y="10"/>
            <a:ext cx="12184702" cy="6857990"/>
          </a:xfrm>
          <a:prstGeom prst="rect">
            <a:avLst/>
          </a:prstGeom>
        </p:spPr>
      </p:pic>
      <p:sp>
        <p:nvSpPr>
          <p:cNvPr id="11" name="Rectangle 10">
            <a:extLst>
              <a:ext uri="{FF2B5EF4-FFF2-40B4-BE49-F238E27FC236}">
                <a16:creationId xmlns:a16="http://schemas.microsoft.com/office/drawing/2014/main" id="{B09C9BE7-7EEB-4639-BEB2-D72BAA487D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267" y="0"/>
            <a:ext cx="4633540" cy="6858000"/>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579C04-B318-422B-1828-17216DC0D4BF}"/>
              </a:ext>
            </a:extLst>
          </p:cNvPr>
          <p:cNvSpPr>
            <a:spLocks noGrp="1"/>
          </p:cNvSpPr>
          <p:nvPr>
            <p:ph type="title"/>
          </p:nvPr>
        </p:nvSpPr>
        <p:spPr>
          <a:xfrm>
            <a:off x="7913406" y="770467"/>
            <a:ext cx="3829476" cy="3352800"/>
          </a:xfrm>
        </p:spPr>
        <p:txBody>
          <a:bodyPr vert="horz" lIns="91440" tIns="45720" rIns="91440" bIns="45720" rtlCol="0" anchor="b">
            <a:normAutofit/>
          </a:bodyPr>
          <a:lstStyle/>
          <a:p>
            <a:pPr>
              <a:lnSpc>
                <a:spcPct val="80000"/>
              </a:lnSpc>
            </a:pPr>
            <a:r>
              <a:rPr lang="en-US" sz="6000">
                <a:solidFill>
                  <a:schemeClr val="tx1"/>
                </a:solidFill>
              </a:rPr>
              <a:t>Gender Affirmation Process</a:t>
            </a:r>
          </a:p>
        </p:txBody>
      </p:sp>
      <p:sp>
        <p:nvSpPr>
          <p:cNvPr id="4" name="Footer Placeholder 3">
            <a:extLst>
              <a:ext uri="{FF2B5EF4-FFF2-40B4-BE49-F238E27FC236}">
                <a16:creationId xmlns:a16="http://schemas.microsoft.com/office/drawing/2014/main" id="{55AC161A-838B-C738-6943-9CF3AF9A0F2D}"/>
              </a:ext>
            </a:extLst>
          </p:cNvPr>
          <p:cNvSpPr>
            <a:spLocks noGrp="1"/>
          </p:cNvSpPr>
          <p:nvPr>
            <p:ph type="ftr" sz="quarter" idx="11"/>
          </p:nvPr>
        </p:nvSpPr>
        <p:spPr>
          <a:xfrm>
            <a:off x="685800" y="6554697"/>
            <a:ext cx="5029200" cy="228600"/>
          </a:xfrm>
        </p:spPr>
        <p:txBody>
          <a:bodyPr vert="horz" lIns="91440" tIns="45720" rIns="91440" bIns="45720" rtlCol="0" anchor="ctr">
            <a:normAutofit/>
          </a:bodyPr>
          <a:lstStyle/>
          <a:p>
            <a:pPr defTabSz="914400">
              <a:lnSpc>
                <a:spcPct val="90000"/>
              </a:lnSpc>
              <a:spcAft>
                <a:spcPts val="600"/>
              </a:spcAft>
            </a:pPr>
            <a:r>
              <a:rPr lang="en-US" kern="1200" cap="all" baseline="0">
                <a:solidFill>
                  <a:srgbClr val="FFFFFF"/>
                </a:solidFill>
                <a:latin typeface="+mn-lt"/>
                <a:ea typeface="+mn-ea"/>
                <a:cs typeface="+mn-cs"/>
              </a:rPr>
              <a:t>Connect session 11 Wear it Purple</a:t>
            </a:r>
          </a:p>
        </p:txBody>
      </p:sp>
      <p:sp>
        <p:nvSpPr>
          <p:cNvPr id="5" name="Slide Number Placeholder 4">
            <a:extLst>
              <a:ext uri="{FF2B5EF4-FFF2-40B4-BE49-F238E27FC236}">
                <a16:creationId xmlns:a16="http://schemas.microsoft.com/office/drawing/2014/main" id="{B5C028E4-D30D-083F-1495-2716D86EF70B}"/>
              </a:ext>
            </a:extLst>
          </p:cNvPr>
          <p:cNvSpPr>
            <a:spLocks noGrp="1"/>
          </p:cNvSpPr>
          <p:nvPr>
            <p:ph type="sldNum" sz="quarter" idx="12"/>
          </p:nvPr>
        </p:nvSpPr>
        <p:spPr>
          <a:xfrm>
            <a:off x="8763926" y="5876412"/>
            <a:ext cx="2926080" cy="1397039"/>
          </a:xfrm>
        </p:spPr>
        <p:txBody>
          <a:bodyPr vert="horz" lIns="91440" tIns="45720" rIns="91440" bIns="45720" rtlCol="0" anchor="b">
            <a:normAutofit/>
          </a:bodyPr>
          <a:lstStyle/>
          <a:p>
            <a:pPr defTabSz="914400">
              <a:lnSpc>
                <a:spcPct val="90000"/>
              </a:lnSpc>
              <a:spcAft>
                <a:spcPts val="600"/>
              </a:spcAft>
            </a:pPr>
            <a:fld id="{FA4FCA09-A334-4A38-8A78-E51DCD588AB3}" type="slidenum">
              <a:rPr lang="en-US" sz="9500" smtClean="0"/>
              <a:pPr defTabSz="914400">
                <a:lnSpc>
                  <a:spcPct val="90000"/>
                </a:lnSpc>
                <a:spcAft>
                  <a:spcPts val="600"/>
                </a:spcAft>
              </a:pPr>
              <a:t>14</a:t>
            </a:fld>
            <a:endParaRPr lang="en-US" sz="9500"/>
          </a:p>
        </p:txBody>
      </p:sp>
    </p:spTree>
    <p:extLst>
      <p:ext uri="{BB962C8B-B14F-4D97-AF65-F5344CB8AC3E}">
        <p14:creationId xmlns:p14="http://schemas.microsoft.com/office/powerpoint/2010/main" val="6520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E7CFAA6-1DBB-43B0-BD82-2FB83CF4E4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DCC8DA-7C3B-BDD5-0794-771283D0399A}"/>
              </a:ext>
            </a:extLst>
          </p:cNvPr>
          <p:cNvSpPr>
            <a:spLocks noGrp="1"/>
          </p:cNvSpPr>
          <p:nvPr>
            <p:ph type="title"/>
          </p:nvPr>
        </p:nvSpPr>
        <p:spPr>
          <a:xfrm>
            <a:off x="706299" y="639763"/>
            <a:ext cx="3947998" cy="5492750"/>
          </a:xfrm>
        </p:spPr>
        <p:txBody>
          <a:bodyPr>
            <a:normAutofit/>
          </a:bodyPr>
          <a:lstStyle/>
          <a:p>
            <a:r>
              <a:rPr lang="en-AU" sz="6000">
                <a:solidFill>
                  <a:srgbClr val="FFFFFF"/>
                </a:solidFill>
              </a:rPr>
              <a:t>What is gender affirmation?</a:t>
            </a:r>
          </a:p>
        </p:txBody>
      </p:sp>
      <p:cxnSp>
        <p:nvCxnSpPr>
          <p:cNvPr id="12" name="Straight Connector 11">
            <a:extLst>
              <a:ext uri="{FF2B5EF4-FFF2-40B4-BE49-F238E27FC236}">
                <a16:creationId xmlns:a16="http://schemas.microsoft.com/office/drawing/2014/main" id="{9E13708B-D2E3-41E3-BD49-F910056473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1323" y="2211346"/>
            <a:ext cx="0" cy="2349584"/>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500E4CC3-51D9-C8A7-47A6-B8181108B0FD}"/>
              </a:ext>
            </a:extLst>
          </p:cNvPr>
          <p:cNvSpPr>
            <a:spLocks noGrp="1"/>
          </p:cNvSpPr>
          <p:nvPr>
            <p:ph type="ftr" sz="quarter" idx="11"/>
          </p:nvPr>
        </p:nvSpPr>
        <p:spPr>
          <a:xfrm>
            <a:off x="685800" y="6554697"/>
            <a:ext cx="5029200" cy="228600"/>
          </a:xfrm>
        </p:spPr>
        <p:txBody>
          <a:bodyPr>
            <a:normAutofit/>
          </a:bodyPr>
          <a:lstStyle/>
          <a:p>
            <a:pPr>
              <a:lnSpc>
                <a:spcPct val="90000"/>
              </a:lnSpc>
              <a:spcAft>
                <a:spcPts val="600"/>
              </a:spcAft>
            </a:pPr>
            <a:r>
              <a:rPr lang="en-AU"/>
              <a:t>Connect session 11 Wear it Purple</a:t>
            </a:r>
            <a:endParaRPr lang="en-US"/>
          </a:p>
        </p:txBody>
      </p:sp>
      <p:sp>
        <p:nvSpPr>
          <p:cNvPr id="5" name="Slide Number Placeholder 4">
            <a:extLst>
              <a:ext uri="{FF2B5EF4-FFF2-40B4-BE49-F238E27FC236}">
                <a16:creationId xmlns:a16="http://schemas.microsoft.com/office/drawing/2014/main" id="{D2922B9B-819E-3FFF-9D71-4DF9666882A4}"/>
              </a:ext>
            </a:extLst>
          </p:cNvPr>
          <p:cNvSpPr>
            <a:spLocks noGrp="1"/>
          </p:cNvSpPr>
          <p:nvPr>
            <p:ph type="sldNum" sz="quarter" idx="12"/>
          </p:nvPr>
        </p:nvSpPr>
        <p:spPr>
          <a:xfrm>
            <a:off x="8763926" y="5876412"/>
            <a:ext cx="2926080" cy="1397039"/>
          </a:xfrm>
        </p:spPr>
        <p:txBody>
          <a:bodyPr>
            <a:normAutofit/>
          </a:bodyPr>
          <a:lstStyle/>
          <a:p>
            <a:pPr>
              <a:lnSpc>
                <a:spcPct val="90000"/>
              </a:lnSpc>
              <a:spcAft>
                <a:spcPts val="600"/>
              </a:spcAft>
            </a:pPr>
            <a:fld id="{FA4FCA09-A334-4A38-8A78-E51DCD588AB3}" type="slidenum">
              <a:rPr lang="en-US" sz="9500">
                <a:solidFill>
                  <a:srgbClr val="FFFFFF">
                    <a:alpha val="25000"/>
                  </a:srgbClr>
                </a:solidFill>
              </a:rPr>
              <a:pPr>
                <a:lnSpc>
                  <a:spcPct val="90000"/>
                </a:lnSpc>
                <a:spcAft>
                  <a:spcPts val="600"/>
                </a:spcAft>
              </a:pPr>
              <a:t>15</a:t>
            </a:fld>
            <a:endParaRPr lang="en-US" sz="9500">
              <a:solidFill>
                <a:srgbClr val="FFFFFF">
                  <a:alpha val="25000"/>
                </a:srgbClr>
              </a:solidFill>
            </a:endParaRPr>
          </a:p>
        </p:txBody>
      </p:sp>
      <p:sp>
        <p:nvSpPr>
          <p:cNvPr id="3" name="Content Placeholder 2">
            <a:extLst>
              <a:ext uri="{FF2B5EF4-FFF2-40B4-BE49-F238E27FC236}">
                <a16:creationId xmlns:a16="http://schemas.microsoft.com/office/drawing/2014/main" id="{46B586AF-9F95-A2FE-FB9D-DEDEE9F861BE}"/>
              </a:ext>
            </a:extLst>
          </p:cNvPr>
          <p:cNvSpPr>
            <a:spLocks noGrp="1"/>
          </p:cNvSpPr>
          <p:nvPr>
            <p:ph idx="1"/>
          </p:nvPr>
        </p:nvSpPr>
        <p:spPr>
          <a:xfrm>
            <a:off x="5288349" y="639764"/>
            <a:ext cx="6142032" cy="5492749"/>
          </a:xfrm>
        </p:spPr>
        <p:txBody>
          <a:bodyPr anchor="ctr">
            <a:normAutofit/>
          </a:bodyPr>
          <a:lstStyle/>
          <a:p>
            <a:r>
              <a:rPr lang="en-AU">
                <a:solidFill>
                  <a:schemeClr val="tx1"/>
                </a:solidFill>
              </a:rPr>
              <a:t>This is when a person is going through the process of affirming the gender that they have always or have come to understand themselves to be. Some people say that they are ‘transitioning’ from one gender to another. Others use the idea of ‘affirming’ their gender because they are literally affirming who they are.</a:t>
            </a:r>
          </a:p>
        </p:txBody>
      </p:sp>
    </p:spTree>
    <p:extLst>
      <p:ext uri="{BB962C8B-B14F-4D97-AF65-F5344CB8AC3E}">
        <p14:creationId xmlns:p14="http://schemas.microsoft.com/office/powerpoint/2010/main" val="2066022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5165E19-5745-4681-8701-15B4DA5FD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061A90-6107-8C47-7EFB-972C58B4C6DB}"/>
              </a:ext>
            </a:extLst>
          </p:cNvPr>
          <p:cNvSpPr>
            <a:spLocks noGrp="1"/>
          </p:cNvSpPr>
          <p:nvPr>
            <p:ph type="title"/>
          </p:nvPr>
        </p:nvSpPr>
        <p:spPr>
          <a:xfrm>
            <a:off x="706299" y="639763"/>
            <a:ext cx="3573872" cy="5492750"/>
          </a:xfrm>
        </p:spPr>
        <p:txBody>
          <a:bodyPr>
            <a:normAutofit/>
          </a:bodyPr>
          <a:lstStyle/>
          <a:p>
            <a:r>
              <a:rPr lang="en-AU">
                <a:solidFill>
                  <a:schemeClr val="bg1"/>
                </a:solidFill>
              </a:rPr>
              <a:t>How is this supported at KHS?</a:t>
            </a:r>
          </a:p>
        </p:txBody>
      </p:sp>
      <p:sp>
        <p:nvSpPr>
          <p:cNvPr id="4" name="Footer Placeholder 3">
            <a:extLst>
              <a:ext uri="{FF2B5EF4-FFF2-40B4-BE49-F238E27FC236}">
                <a16:creationId xmlns:a16="http://schemas.microsoft.com/office/drawing/2014/main" id="{A10E0710-898B-5D8A-4E91-20A6108047BE}"/>
              </a:ext>
            </a:extLst>
          </p:cNvPr>
          <p:cNvSpPr>
            <a:spLocks noGrp="1"/>
          </p:cNvSpPr>
          <p:nvPr>
            <p:ph type="ftr" sz="quarter" idx="11"/>
          </p:nvPr>
        </p:nvSpPr>
        <p:spPr>
          <a:xfrm>
            <a:off x="685800" y="6554697"/>
            <a:ext cx="3840480" cy="228600"/>
          </a:xfrm>
        </p:spPr>
        <p:txBody>
          <a:bodyPr>
            <a:normAutofit/>
          </a:bodyPr>
          <a:lstStyle/>
          <a:p>
            <a:pPr>
              <a:lnSpc>
                <a:spcPct val="90000"/>
              </a:lnSpc>
              <a:spcAft>
                <a:spcPts val="600"/>
              </a:spcAft>
            </a:pPr>
            <a:r>
              <a:rPr lang="en-AU">
                <a:solidFill>
                  <a:schemeClr val="bg2">
                    <a:alpha val="80000"/>
                  </a:schemeClr>
                </a:solidFill>
              </a:rPr>
              <a:t>Connect session 11 Wear it Purple</a:t>
            </a:r>
            <a:endParaRPr lang="en-US">
              <a:solidFill>
                <a:schemeClr val="bg2">
                  <a:alpha val="80000"/>
                </a:schemeClr>
              </a:solidFill>
            </a:endParaRPr>
          </a:p>
        </p:txBody>
      </p:sp>
      <p:sp>
        <p:nvSpPr>
          <p:cNvPr id="5" name="Slide Number Placeholder 4">
            <a:extLst>
              <a:ext uri="{FF2B5EF4-FFF2-40B4-BE49-F238E27FC236}">
                <a16:creationId xmlns:a16="http://schemas.microsoft.com/office/drawing/2014/main" id="{2D42BC69-4284-36D8-553C-658A365B1276}"/>
              </a:ext>
            </a:extLst>
          </p:cNvPr>
          <p:cNvSpPr>
            <a:spLocks noGrp="1"/>
          </p:cNvSpPr>
          <p:nvPr>
            <p:ph type="sldNum" sz="quarter" idx="12"/>
          </p:nvPr>
        </p:nvSpPr>
        <p:spPr>
          <a:xfrm>
            <a:off x="8763926" y="5876412"/>
            <a:ext cx="2926080" cy="1397039"/>
          </a:xfrm>
        </p:spPr>
        <p:txBody>
          <a:bodyPr>
            <a:normAutofit/>
          </a:bodyPr>
          <a:lstStyle/>
          <a:p>
            <a:pPr>
              <a:lnSpc>
                <a:spcPct val="90000"/>
              </a:lnSpc>
              <a:spcAft>
                <a:spcPts val="600"/>
              </a:spcAft>
            </a:pPr>
            <a:fld id="{FA4FCA09-A334-4A38-8A78-E51DCD588AB3}" type="slidenum">
              <a:rPr lang="en-US" sz="9500">
                <a:solidFill>
                  <a:schemeClr val="tx2">
                    <a:lumMod val="75000"/>
                    <a:lumOff val="25000"/>
                    <a:alpha val="25000"/>
                  </a:schemeClr>
                </a:solidFill>
              </a:rPr>
              <a:pPr>
                <a:lnSpc>
                  <a:spcPct val="90000"/>
                </a:lnSpc>
                <a:spcAft>
                  <a:spcPts val="600"/>
                </a:spcAft>
              </a:pPr>
              <a:t>16</a:t>
            </a:fld>
            <a:endParaRPr lang="en-US" sz="9500">
              <a:solidFill>
                <a:schemeClr val="tx2">
                  <a:lumMod val="75000"/>
                  <a:lumOff val="25000"/>
                  <a:alpha val="25000"/>
                </a:schemeClr>
              </a:solidFill>
            </a:endParaRPr>
          </a:p>
        </p:txBody>
      </p:sp>
      <p:graphicFrame>
        <p:nvGraphicFramePr>
          <p:cNvPr id="14" name="Content Placeholder 2">
            <a:extLst>
              <a:ext uri="{FF2B5EF4-FFF2-40B4-BE49-F238E27FC236}">
                <a16:creationId xmlns:a16="http://schemas.microsoft.com/office/drawing/2014/main" id="{421E79E8-1120-644E-E2AA-EE030FF5EFA2}"/>
              </a:ext>
            </a:extLst>
          </p:cNvPr>
          <p:cNvGraphicFramePr>
            <a:graphicFrameLocks noGrp="1"/>
          </p:cNvGraphicFramePr>
          <p:nvPr>
            <p:ph idx="1"/>
            <p:extLst>
              <p:ext uri="{D42A27DB-BD31-4B8C-83A1-F6EECF244321}">
                <p14:modId xmlns:p14="http://schemas.microsoft.com/office/powerpoint/2010/main" val="2764883938"/>
              </p:ext>
            </p:extLst>
          </p:nvPr>
        </p:nvGraphicFramePr>
        <p:xfrm>
          <a:off x="5194570" y="639763"/>
          <a:ext cx="6348501" cy="5492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2666361"/>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Rectangle: Rounded Corners 111">
            <a:extLst>
              <a:ext uri="{FF2B5EF4-FFF2-40B4-BE49-F238E27FC236}">
                <a16:creationId xmlns:a16="http://schemas.microsoft.com/office/drawing/2014/main" id="{43ED80DA-EF80-2997-11C2-DA6D797D200C}"/>
              </a:ext>
            </a:extLst>
          </p:cNvPr>
          <p:cNvSpPr/>
          <p:nvPr/>
        </p:nvSpPr>
        <p:spPr>
          <a:xfrm>
            <a:off x="8258498" y="4423269"/>
            <a:ext cx="3170388" cy="17559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Rounded Corners 112">
            <a:extLst>
              <a:ext uri="{FF2B5EF4-FFF2-40B4-BE49-F238E27FC236}">
                <a16:creationId xmlns:a16="http://schemas.microsoft.com/office/drawing/2014/main" id="{18C78D8E-EDA9-2D82-D50F-056550855816}"/>
              </a:ext>
            </a:extLst>
          </p:cNvPr>
          <p:cNvSpPr/>
          <p:nvPr/>
        </p:nvSpPr>
        <p:spPr>
          <a:xfrm>
            <a:off x="8258498" y="2148991"/>
            <a:ext cx="3170388" cy="17559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Rounded Corners 113">
            <a:extLst>
              <a:ext uri="{FF2B5EF4-FFF2-40B4-BE49-F238E27FC236}">
                <a16:creationId xmlns:a16="http://schemas.microsoft.com/office/drawing/2014/main" id="{D6896B2D-E562-F1CF-1A0E-16D6D2CABC03}"/>
              </a:ext>
            </a:extLst>
          </p:cNvPr>
          <p:cNvSpPr/>
          <p:nvPr/>
        </p:nvSpPr>
        <p:spPr>
          <a:xfrm>
            <a:off x="4413329" y="3297853"/>
            <a:ext cx="3170388" cy="17559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Rounded Corners 106">
            <a:extLst>
              <a:ext uri="{FF2B5EF4-FFF2-40B4-BE49-F238E27FC236}">
                <a16:creationId xmlns:a16="http://schemas.microsoft.com/office/drawing/2014/main" id="{ADCB636F-3203-8402-027C-9A31DC5FCB8E}"/>
              </a:ext>
            </a:extLst>
          </p:cNvPr>
          <p:cNvSpPr/>
          <p:nvPr/>
        </p:nvSpPr>
        <p:spPr>
          <a:xfrm>
            <a:off x="661945" y="4423269"/>
            <a:ext cx="3170388" cy="17559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Rounded Corners 110">
            <a:extLst>
              <a:ext uri="{FF2B5EF4-FFF2-40B4-BE49-F238E27FC236}">
                <a16:creationId xmlns:a16="http://schemas.microsoft.com/office/drawing/2014/main" id="{7C380197-732D-03F3-475A-A3545CFD2F71}"/>
              </a:ext>
            </a:extLst>
          </p:cNvPr>
          <p:cNvSpPr/>
          <p:nvPr/>
        </p:nvSpPr>
        <p:spPr>
          <a:xfrm>
            <a:off x="697113" y="2148991"/>
            <a:ext cx="3170388" cy="17559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CB9F15-C23D-2397-82EF-C0A651A2AB2E}"/>
              </a:ext>
            </a:extLst>
          </p:cNvPr>
          <p:cNvSpPr>
            <a:spLocks noGrp="1"/>
          </p:cNvSpPr>
          <p:nvPr>
            <p:ph type="title"/>
          </p:nvPr>
        </p:nvSpPr>
        <p:spPr/>
        <p:txBody>
          <a:bodyPr/>
          <a:lstStyle/>
          <a:p>
            <a:r>
              <a:rPr lang="en-AU"/>
              <a:t>What happens when someone affirms their gender at school?</a:t>
            </a:r>
          </a:p>
        </p:txBody>
      </p:sp>
      <p:sp>
        <p:nvSpPr>
          <p:cNvPr id="4" name="Footer Placeholder 3">
            <a:extLst>
              <a:ext uri="{FF2B5EF4-FFF2-40B4-BE49-F238E27FC236}">
                <a16:creationId xmlns:a16="http://schemas.microsoft.com/office/drawing/2014/main" id="{0C457278-A488-CE3A-0771-CEC8E841E401}"/>
              </a:ext>
            </a:extLst>
          </p:cNvPr>
          <p:cNvSpPr>
            <a:spLocks noGrp="1"/>
          </p:cNvSpPr>
          <p:nvPr>
            <p:ph type="ftr" sz="quarter" idx="11"/>
          </p:nvPr>
        </p:nvSpPr>
        <p:spPr/>
        <p:txBody>
          <a:bodyPr/>
          <a:lstStyle/>
          <a:p>
            <a:r>
              <a:rPr lang="en-AU"/>
              <a:t>Connect session 11 Wear it Purple</a:t>
            </a:r>
            <a:endParaRPr lang="en-US"/>
          </a:p>
        </p:txBody>
      </p:sp>
      <p:sp>
        <p:nvSpPr>
          <p:cNvPr id="5" name="Slide Number Placeholder 4">
            <a:extLst>
              <a:ext uri="{FF2B5EF4-FFF2-40B4-BE49-F238E27FC236}">
                <a16:creationId xmlns:a16="http://schemas.microsoft.com/office/drawing/2014/main" id="{4E38F65C-8857-8DE7-6A45-21FF64417772}"/>
              </a:ext>
            </a:extLst>
          </p:cNvPr>
          <p:cNvSpPr>
            <a:spLocks noGrp="1"/>
          </p:cNvSpPr>
          <p:nvPr>
            <p:ph type="sldNum" sz="quarter" idx="12"/>
          </p:nvPr>
        </p:nvSpPr>
        <p:spPr/>
        <p:txBody>
          <a:bodyPr/>
          <a:lstStyle/>
          <a:p>
            <a:fld id="{FA4FCA09-A334-4A38-8A78-E51DCD588AB3}" type="slidenum">
              <a:rPr lang="en-US" smtClean="0"/>
              <a:t>17</a:t>
            </a:fld>
            <a:endParaRPr lang="en-US"/>
          </a:p>
        </p:txBody>
      </p:sp>
      <p:sp>
        <p:nvSpPr>
          <p:cNvPr id="24" name="TextBox 23">
            <a:extLst>
              <a:ext uri="{FF2B5EF4-FFF2-40B4-BE49-F238E27FC236}">
                <a16:creationId xmlns:a16="http://schemas.microsoft.com/office/drawing/2014/main" id="{B7925D7D-A8E1-5C6B-A798-727CA7478362}"/>
              </a:ext>
            </a:extLst>
          </p:cNvPr>
          <p:cNvSpPr txBox="1"/>
          <p:nvPr/>
        </p:nvSpPr>
        <p:spPr>
          <a:xfrm>
            <a:off x="977083" y="2520342"/>
            <a:ext cx="2550373"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000">
                <a:ea typeface="Calibri Light"/>
                <a:cs typeface="Calibri Light"/>
              </a:rPr>
              <a:t>It is specific to the person</a:t>
            </a:r>
            <a:endParaRPr lang="en-US"/>
          </a:p>
        </p:txBody>
      </p:sp>
      <p:sp>
        <p:nvSpPr>
          <p:cNvPr id="25" name="TextBox 24">
            <a:extLst>
              <a:ext uri="{FF2B5EF4-FFF2-40B4-BE49-F238E27FC236}">
                <a16:creationId xmlns:a16="http://schemas.microsoft.com/office/drawing/2014/main" id="{1C28CFA1-F18A-4151-F1DD-AE267FF082DD}"/>
              </a:ext>
            </a:extLst>
          </p:cNvPr>
          <p:cNvSpPr txBox="1"/>
          <p:nvPr/>
        </p:nvSpPr>
        <p:spPr>
          <a:xfrm>
            <a:off x="450258" y="4447309"/>
            <a:ext cx="3388426" cy="22267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algn="ctr">
              <a:lnSpc>
                <a:spcPct val="90000"/>
              </a:lnSpc>
              <a:spcBef>
                <a:spcPct val="0"/>
              </a:spcBef>
              <a:spcAft>
                <a:spcPct val="35000"/>
              </a:spcAft>
            </a:pPr>
            <a:r>
              <a:rPr lang="en-AU" sz="2200">
                <a:latin typeface="Calibri"/>
                <a:ea typeface="Calibri"/>
                <a:cs typeface="Calibri"/>
              </a:rPr>
              <a:t>The student will have complete control and ownership of the process and will be able to decide what they want to occur.</a:t>
            </a:r>
            <a:endParaRPr lang="en-US" sz="2200">
              <a:latin typeface="Calibri"/>
              <a:ea typeface="Calibri"/>
              <a:cs typeface="Calibri"/>
            </a:endParaRPr>
          </a:p>
          <a:p>
            <a:pPr algn="l"/>
            <a:endParaRPr lang="en-US" sz="3200">
              <a:ea typeface="Calibri Light"/>
              <a:cs typeface="Calibri Light"/>
            </a:endParaRPr>
          </a:p>
        </p:txBody>
      </p:sp>
      <p:sp>
        <p:nvSpPr>
          <p:cNvPr id="26" name="TextBox 25">
            <a:extLst>
              <a:ext uri="{FF2B5EF4-FFF2-40B4-BE49-F238E27FC236}">
                <a16:creationId xmlns:a16="http://schemas.microsoft.com/office/drawing/2014/main" id="{2B93F7C3-738B-28E9-A665-C18CAE493084}"/>
              </a:ext>
            </a:extLst>
          </p:cNvPr>
          <p:cNvSpPr txBox="1"/>
          <p:nvPr/>
        </p:nvSpPr>
        <p:spPr>
          <a:xfrm>
            <a:off x="4403652" y="3432104"/>
            <a:ext cx="3203990"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AU" sz="2200">
                <a:latin typeface="Calibri"/>
                <a:ea typeface="Calibri"/>
                <a:cs typeface="Calibri"/>
              </a:rPr>
              <a:t>Changing the gender listed on Compass, class lists and related documents (male, female, X)</a:t>
            </a:r>
            <a:endParaRPr lang="en-US" sz="2200">
              <a:ea typeface="Calibri Light" panose="020F0302020204030204"/>
              <a:cs typeface="Calibri Light" panose="020F0302020204030204"/>
            </a:endParaRPr>
          </a:p>
        </p:txBody>
      </p:sp>
      <p:sp>
        <p:nvSpPr>
          <p:cNvPr id="27" name="TextBox 26">
            <a:extLst>
              <a:ext uri="{FF2B5EF4-FFF2-40B4-BE49-F238E27FC236}">
                <a16:creationId xmlns:a16="http://schemas.microsoft.com/office/drawing/2014/main" id="{15BB95EC-261E-213F-6062-F610A84A0179}"/>
              </a:ext>
            </a:extLst>
          </p:cNvPr>
          <p:cNvSpPr txBox="1"/>
          <p:nvPr/>
        </p:nvSpPr>
        <p:spPr>
          <a:xfrm>
            <a:off x="8170353" y="2296533"/>
            <a:ext cx="3368173" cy="18774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AU" sz="2100">
                <a:latin typeface="Calibri"/>
                <a:ea typeface="Calibri"/>
                <a:cs typeface="Calibri"/>
              </a:rPr>
              <a:t>Changing pronouns on Compass, reports and other school documents (She/her, he/him, they, them etc)</a:t>
            </a:r>
            <a:endParaRPr lang="en-US" sz="2100">
              <a:solidFill>
                <a:srgbClr val="000000"/>
              </a:solidFill>
              <a:latin typeface="Calibri"/>
              <a:ea typeface="Calibri"/>
              <a:cs typeface="Calibri"/>
            </a:endParaRPr>
          </a:p>
          <a:p>
            <a:endParaRPr lang="en-US" sz="2800">
              <a:ea typeface="Calibri Light"/>
              <a:cs typeface="Calibri Light"/>
            </a:endParaRPr>
          </a:p>
        </p:txBody>
      </p:sp>
      <p:sp>
        <p:nvSpPr>
          <p:cNvPr id="29" name="TextBox 28">
            <a:extLst>
              <a:ext uri="{FF2B5EF4-FFF2-40B4-BE49-F238E27FC236}">
                <a16:creationId xmlns:a16="http://schemas.microsoft.com/office/drawing/2014/main" id="{34807B79-6245-612D-8134-E97A9AF7F416}"/>
              </a:ext>
            </a:extLst>
          </p:cNvPr>
          <p:cNvSpPr txBox="1"/>
          <p:nvPr/>
        </p:nvSpPr>
        <p:spPr>
          <a:xfrm>
            <a:off x="7224531" y="4602666"/>
            <a:ext cx="4087604" cy="21975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143000" lvl="2" algn="ctr">
              <a:lnSpc>
                <a:spcPct val="90000"/>
              </a:lnSpc>
              <a:spcBef>
                <a:spcPct val="0"/>
              </a:spcBef>
              <a:spcAft>
                <a:spcPct val="35000"/>
              </a:spcAft>
            </a:pPr>
            <a:r>
              <a:rPr lang="en-AU" sz="2400">
                <a:latin typeface="Calibri"/>
                <a:ea typeface="Calibri"/>
                <a:cs typeface="Calibri"/>
              </a:rPr>
              <a:t>Changing their preferred name that may better reflect their gender</a:t>
            </a:r>
            <a:endParaRPr lang="en-US" sz="2400">
              <a:latin typeface="Calibri"/>
              <a:ea typeface="Calibri"/>
              <a:cs typeface="Calibri"/>
            </a:endParaRPr>
          </a:p>
          <a:p>
            <a:endParaRPr lang="en-US" sz="2400">
              <a:ea typeface="Calibri Light"/>
              <a:cs typeface="Calibri Light"/>
            </a:endParaRPr>
          </a:p>
          <a:p>
            <a:pPr algn="l"/>
            <a:endParaRPr lang="en-US">
              <a:ea typeface="Calibri Light"/>
              <a:cs typeface="Calibri Light"/>
            </a:endParaRPr>
          </a:p>
        </p:txBody>
      </p:sp>
    </p:spTree>
    <p:extLst>
      <p:ext uri="{BB962C8B-B14F-4D97-AF65-F5344CB8AC3E}">
        <p14:creationId xmlns:p14="http://schemas.microsoft.com/office/powerpoint/2010/main" val="469614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16">
            <a:extLst>
              <a:ext uri="{FF2B5EF4-FFF2-40B4-BE49-F238E27FC236}">
                <a16:creationId xmlns:a16="http://schemas.microsoft.com/office/drawing/2014/main" id="{CD333CBE-B699-4E3B-9F45-C045F7734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1">
            <a:extLst>
              <a:ext uri="{FF2B5EF4-FFF2-40B4-BE49-F238E27FC236}">
                <a16:creationId xmlns:a16="http://schemas.microsoft.com/office/drawing/2014/main" id="{7DF29712-469D-E717-6116-662A9B098D89}"/>
              </a:ext>
            </a:extLst>
          </p:cNvPr>
          <p:cNvSpPr>
            <a:spLocks noGrp="1"/>
          </p:cNvSpPr>
          <p:nvPr>
            <p:ph type="title"/>
          </p:nvPr>
        </p:nvSpPr>
        <p:spPr>
          <a:xfrm>
            <a:off x="603504" y="770467"/>
            <a:ext cx="4205568" cy="3352800"/>
          </a:xfrm>
        </p:spPr>
        <p:txBody>
          <a:bodyPr vert="horz" lIns="91440" tIns="45720" rIns="91440" bIns="45720" rtlCol="0" anchor="b">
            <a:normAutofit/>
          </a:bodyPr>
          <a:lstStyle/>
          <a:p>
            <a:pPr>
              <a:lnSpc>
                <a:spcPct val="80000"/>
              </a:lnSpc>
            </a:pPr>
            <a:r>
              <a:rPr lang="en-US" sz="6700" kern="1200" spc="-120" baseline="0">
                <a:solidFill>
                  <a:srgbClr val="FFFFFF"/>
                </a:solidFill>
                <a:latin typeface="+mj-lt"/>
                <a:ea typeface="+mj-ea"/>
                <a:cs typeface="+mj-cs"/>
              </a:rPr>
              <a:t>The possibilities</a:t>
            </a:r>
          </a:p>
        </p:txBody>
      </p:sp>
      <p:sp>
        <p:nvSpPr>
          <p:cNvPr id="19" name="Rectangle 18">
            <a:extLst>
              <a:ext uri="{FF2B5EF4-FFF2-40B4-BE49-F238E27FC236}">
                <a16:creationId xmlns:a16="http://schemas.microsoft.com/office/drawing/2014/main" id="{FCA118C4-32A6-466D-8453-BA738103A0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2536" y="0"/>
            <a:ext cx="673946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1233135A-0BD3-7867-A4ED-C2A482E25A5B}"/>
              </a:ext>
            </a:extLst>
          </p:cNvPr>
          <p:cNvSpPr>
            <a:spLocks noGrp="1"/>
          </p:cNvSpPr>
          <p:nvPr>
            <p:ph type="ftr" sz="quarter" idx="11"/>
          </p:nvPr>
        </p:nvSpPr>
        <p:spPr>
          <a:xfrm>
            <a:off x="685800" y="6554697"/>
            <a:ext cx="5029200" cy="228600"/>
          </a:xfrm>
        </p:spPr>
        <p:txBody>
          <a:bodyPr vert="horz" lIns="91440" tIns="45720" rIns="91440" bIns="45720" rtlCol="0" anchor="ctr">
            <a:normAutofit/>
          </a:bodyPr>
          <a:lstStyle/>
          <a:p>
            <a:pPr defTabSz="914400">
              <a:lnSpc>
                <a:spcPct val="90000"/>
              </a:lnSpc>
              <a:spcAft>
                <a:spcPts val="600"/>
              </a:spcAft>
            </a:pPr>
            <a:r>
              <a:rPr lang="en-US" kern="1200" cap="all" baseline="0">
                <a:solidFill>
                  <a:srgbClr val="FFFFFF">
                    <a:alpha val="80000"/>
                  </a:srgbClr>
                </a:solidFill>
                <a:latin typeface="+mn-lt"/>
                <a:ea typeface="+mn-ea"/>
                <a:cs typeface="+mn-cs"/>
              </a:rPr>
              <a:t>Connect session 11 Wear it Purple</a:t>
            </a:r>
          </a:p>
        </p:txBody>
      </p:sp>
      <p:sp>
        <p:nvSpPr>
          <p:cNvPr id="5" name="Slide Number Placeholder 4">
            <a:extLst>
              <a:ext uri="{FF2B5EF4-FFF2-40B4-BE49-F238E27FC236}">
                <a16:creationId xmlns:a16="http://schemas.microsoft.com/office/drawing/2014/main" id="{CEA739F2-2EE1-E800-2EDF-2E94A8C6A1B8}"/>
              </a:ext>
            </a:extLst>
          </p:cNvPr>
          <p:cNvSpPr>
            <a:spLocks noGrp="1"/>
          </p:cNvSpPr>
          <p:nvPr>
            <p:ph type="sldNum" sz="quarter" idx="12"/>
          </p:nvPr>
        </p:nvSpPr>
        <p:spPr>
          <a:xfrm>
            <a:off x="8763926" y="5876412"/>
            <a:ext cx="2926080" cy="1397039"/>
          </a:xfrm>
        </p:spPr>
        <p:txBody>
          <a:bodyPr vert="horz" lIns="91440" tIns="45720" rIns="91440" bIns="45720" rtlCol="0" anchor="b">
            <a:normAutofit/>
          </a:bodyPr>
          <a:lstStyle/>
          <a:p>
            <a:pPr defTabSz="914400">
              <a:lnSpc>
                <a:spcPct val="90000"/>
              </a:lnSpc>
              <a:spcAft>
                <a:spcPts val="600"/>
              </a:spcAft>
            </a:pPr>
            <a:fld id="{FA4FCA09-A334-4A38-8A78-E51DCD588AB3}" type="slidenum">
              <a:rPr lang="en-US" sz="9500">
                <a:solidFill>
                  <a:schemeClr val="accent1">
                    <a:alpha val="25000"/>
                  </a:schemeClr>
                </a:solidFill>
              </a:rPr>
              <a:pPr defTabSz="914400">
                <a:lnSpc>
                  <a:spcPct val="90000"/>
                </a:lnSpc>
                <a:spcAft>
                  <a:spcPts val="600"/>
                </a:spcAft>
              </a:pPr>
              <a:t>18</a:t>
            </a:fld>
            <a:endParaRPr lang="en-US" sz="9500">
              <a:solidFill>
                <a:schemeClr val="accent1">
                  <a:alpha val="25000"/>
                </a:schemeClr>
              </a:solidFill>
            </a:endParaRPr>
          </a:p>
        </p:txBody>
      </p:sp>
      <p:graphicFrame>
        <p:nvGraphicFramePr>
          <p:cNvPr id="7" name="Content Placeholder 2">
            <a:extLst>
              <a:ext uri="{FF2B5EF4-FFF2-40B4-BE49-F238E27FC236}">
                <a16:creationId xmlns:a16="http://schemas.microsoft.com/office/drawing/2014/main" id="{62C3FBCF-D8B6-946D-E8F7-0CB4879F64FC}"/>
              </a:ext>
            </a:extLst>
          </p:cNvPr>
          <p:cNvGraphicFramePr>
            <a:graphicFrameLocks noGrp="1"/>
          </p:cNvGraphicFramePr>
          <p:nvPr>
            <p:ph idx="1"/>
            <p:extLst>
              <p:ext uri="{D42A27DB-BD31-4B8C-83A1-F6EECF244321}">
                <p14:modId xmlns:p14="http://schemas.microsoft.com/office/powerpoint/2010/main" val="3714117266"/>
              </p:ext>
            </p:extLst>
          </p:nvPr>
        </p:nvGraphicFramePr>
        <p:xfrm>
          <a:off x="5194570" y="639763"/>
          <a:ext cx="6348501" cy="5492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70738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B1DE0730-0C01-0458-7B2E-CC9DB797D06F}"/>
              </a:ext>
            </a:extLst>
          </p:cNvPr>
          <p:cNvSpPr/>
          <p:nvPr/>
        </p:nvSpPr>
        <p:spPr>
          <a:xfrm>
            <a:off x="705644" y="3903923"/>
            <a:ext cx="6787643" cy="14112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2419D4-ACDD-DE86-DDAE-68F780934AFD}"/>
              </a:ext>
            </a:extLst>
          </p:cNvPr>
          <p:cNvSpPr>
            <a:spLocks noGrp="1"/>
          </p:cNvSpPr>
          <p:nvPr>
            <p:ph type="title"/>
          </p:nvPr>
        </p:nvSpPr>
        <p:spPr>
          <a:xfrm>
            <a:off x="657225" y="499533"/>
            <a:ext cx="7115176" cy="1658198"/>
          </a:xfrm>
        </p:spPr>
        <p:txBody>
          <a:bodyPr>
            <a:normAutofit/>
          </a:bodyPr>
          <a:lstStyle/>
          <a:p>
            <a:r>
              <a:rPr lang="en-AU"/>
              <a:t>Support</a:t>
            </a:r>
          </a:p>
        </p:txBody>
      </p:sp>
      <p:sp>
        <p:nvSpPr>
          <p:cNvPr id="4" name="Footer Placeholder 3">
            <a:extLst>
              <a:ext uri="{FF2B5EF4-FFF2-40B4-BE49-F238E27FC236}">
                <a16:creationId xmlns:a16="http://schemas.microsoft.com/office/drawing/2014/main" id="{4BC0A036-6873-3AF1-17BA-30EE57D95686}"/>
              </a:ext>
            </a:extLst>
          </p:cNvPr>
          <p:cNvSpPr>
            <a:spLocks noGrp="1"/>
          </p:cNvSpPr>
          <p:nvPr>
            <p:ph type="ftr" sz="quarter" idx="11"/>
          </p:nvPr>
        </p:nvSpPr>
        <p:spPr>
          <a:xfrm>
            <a:off x="685800" y="6554697"/>
            <a:ext cx="5029200" cy="228600"/>
          </a:xfrm>
        </p:spPr>
        <p:txBody>
          <a:bodyPr>
            <a:normAutofit/>
          </a:bodyPr>
          <a:lstStyle/>
          <a:p>
            <a:pPr>
              <a:lnSpc>
                <a:spcPct val="90000"/>
              </a:lnSpc>
              <a:spcAft>
                <a:spcPts val="600"/>
              </a:spcAft>
            </a:pPr>
            <a:r>
              <a:rPr lang="en-AU"/>
              <a:t>Connect session 11 Wear it Purple</a:t>
            </a:r>
            <a:endParaRPr lang="en-US"/>
          </a:p>
        </p:txBody>
      </p:sp>
      <p:pic>
        <p:nvPicPr>
          <p:cNvPr id="6" name="Picture 6" descr="Person holding a puzzle piece">
            <a:extLst>
              <a:ext uri="{FF2B5EF4-FFF2-40B4-BE49-F238E27FC236}">
                <a16:creationId xmlns:a16="http://schemas.microsoft.com/office/drawing/2014/main" id="{A8592730-9EBB-2C0E-517C-8D63E8A8082D}"/>
              </a:ext>
            </a:extLst>
          </p:cNvPr>
          <p:cNvPicPr>
            <a:picLocks noChangeAspect="1"/>
          </p:cNvPicPr>
          <p:nvPr/>
        </p:nvPicPr>
        <p:blipFill rotWithShape="1">
          <a:blip r:embed="rId2"/>
          <a:srcRect l="29770" r="29987"/>
          <a:stretch/>
        </p:blipFill>
        <p:spPr>
          <a:xfrm>
            <a:off x="8114537" y="10"/>
            <a:ext cx="4077463" cy="6864408"/>
          </a:xfrm>
          <a:prstGeom prst="rect">
            <a:avLst/>
          </a:prstGeom>
        </p:spPr>
      </p:pic>
      <p:sp>
        <p:nvSpPr>
          <p:cNvPr id="5" name="Slide Number Placeholder 4">
            <a:extLst>
              <a:ext uri="{FF2B5EF4-FFF2-40B4-BE49-F238E27FC236}">
                <a16:creationId xmlns:a16="http://schemas.microsoft.com/office/drawing/2014/main" id="{024279E7-A609-05BE-40F0-2E5ABA866A3A}"/>
              </a:ext>
            </a:extLst>
          </p:cNvPr>
          <p:cNvSpPr>
            <a:spLocks noGrp="1"/>
          </p:cNvSpPr>
          <p:nvPr>
            <p:ph type="sldNum" sz="quarter" idx="12"/>
          </p:nvPr>
        </p:nvSpPr>
        <p:spPr>
          <a:xfrm>
            <a:off x="8763926" y="5876412"/>
            <a:ext cx="2926080" cy="1397039"/>
          </a:xfrm>
        </p:spPr>
        <p:txBody>
          <a:bodyPr>
            <a:normAutofit/>
          </a:bodyPr>
          <a:lstStyle/>
          <a:p>
            <a:pPr>
              <a:lnSpc>
                <a:spcPct val="90000"/>
              </a:lnSpc>
              <a:spcAft>
                <a:spcPts val="600"/>
              </a:spcAft>
            </a:pPr>
            <a:fld id="{FA4FCA09-A334-4A38-8A78-E51DCD588AB3}" type="slidenum">
              <a:rPr lang="en-US" sz="9500">
                <a:solidFill>
                  <a:srgbClr val="FFFFFF">
                    <a:alpha val="45000"/>
                  </a:srgbClr>
                </a:solidFill>
              </a:rPr>
              <a:pPr>
                <a:lnSpc>
                  <a:spcPct val="90000"/>
                </a:lnSpc>
                <a:spcAft>
                  <a:spcPts val="600"/>
                </a:spcAft>
              </a:pPr>
              <a:t>19</a:t>
            </a:fld>
            <a:endParaRPr lang="en-US" sz="9500">
              <a:solidFill>
                <a:srgbClr val="FFFFFF">
                  <a:alpha val="45000"/>
                </a:srgbClr>
              </a:solidFill>
            </a:endParaRPr>
          </a:p>
        </p:txBody>
      </p:sp>
      <p:sp>
        <p:nvSpPr>
          <p:cNvPr id="19" name="Rectangle: Rounded Corners 18">
            <a:extLst>
              <a:ext uri="{FF2B5EF4-FFF2-40B4-BE49-F238E27FC236}">
                <a16:creationId xmlns:a16="http://schemas.microsoft.com/office/drawing/2014/main" id="{25D342F6-810A-1495-BF21-F854AC0D50FE}"/>
              </a:ext>
            </a:extLst>
          </p:cNvPr>
          <p:cNvSpPr/>
          <p:nvPr/>
        </p:nvSpPr>
        <p:spPr>
          <a:xfrm>
            <a:off x="705645" y="2133739"/>
            <a:ext cx="6787643" cy="14112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62A45E0D-7A3A-2A20-3591-C249798A9AF3}"/>
              </a:ext>
            </a:extLst>
          </p:cNvPr>
          <p:cNvSpPr txBox="1"/>
          <p:nvPr/>
        </p:nvSpPr>
        <p:spPr>
          <a:xfrm>
            <a:off x="1127995" y="2418981"/>
            <a:ext cx="497312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2400">
                <a:latin typeface="Calibri"/>
                <a:ea typeface="Calibri"/>
                <a:cs typeface="Calibri"/>
              </a:rPr>
              <a:t>Support can be provided to discuss the changes with your family/friends</a:t>
            </a:r>
            <a:endParaRPr lang="en-US" sz="2400">
              <a:ea typeface="Calibri Light" panose="020F0302020204030204"/>
              <a:cs typeface="Calibri Light" panose="020F0302020204030204"/>
            </a:endParaRPr>
          </a:p>
        </p:txBody>
      </p:sp>
      <p:sp>
        <p:nvSpPr>
          <p:cNvPr id="23" name="TextBox 22">
            <a:extLst>
              <a:ext uri="{FF2B5EF4-FFF2-40B4-BE49-F238E27FC236}">
                <a16:creationId xmlns:a16="http://schemas.microsoft.com/office/drawing/2014/main" id="{C301D2F8-F5EC-B7F7-6B9D-144D01E32F9E}"/>
              </a:ext>
            </a:extLst>
          </p:cNvPr>
          <p:cNvSpPr txBox="1"/>
          <p:nvPr/>
        </p:nvSpPr>
        <p:spPr>
          <a:xfrm>
            <a:off x="1127994" y="4189165"/>
            <a:ext cx="497312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2400">
                <a:latin typeface="Calibri"/>
                <a:ea typeface="Calibri"/>
                <a:cs typeface="Calibri"/>
              </a:rPr>
              <a:t>Support provided to access external agencies such as transcend.or.au  </a:t>
            </a:r>
            <a:endParaRPr lang="en-US" sz="2400"/>
          </a:p>
        </p:txBody>
      </p:sp>
    </p:spTree>
    <p:extLst>
      <p:ext uri="{BB962C8B-B14F-4D97-AF65-F5344CB8AC3E}">
        <p14:creationId xmlns:p14="http://schemas.microsoft.com/office/powerpoint/2010/main" val="4616010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41A6B4-1CE2-FC35-C4DE-AD73990C15FC}"/>
              </a:ext>
            </a:extLst>
          </p:cNvPr>
          <p:cNvSpPr>
            <a:spLocks noGrp="1"/>
          </p:cNvSpPr>
          <p:nvPr>
            <p:ph idx="1"/>
          </p:nvPr>
        </p:nvSpPr>
        <p:spPr>
          <a:xfrm>
            <a:off x="178816" y="1737360"/>
            <a:ext cx="12104624" cy="5120640"/>
          </a:xfrm>
        </p:spPr>
        <p:txBody>
          <a:bodyPr vert="horz" lIns="91440" tIns="45720" rIns="91440" bIns="45720" rtlCol="0" anchor="t">
            <a:normAutofit/>
          </a:bodyPr>
          <a:lstStyle/>
          <a:p>
            <a:r>
              <a:rPr lang="en-AU" sz="3200" b="0" i="0">
                <a:solidFill>
                  <a:srgbClr val="000000"/>
                </a:solidFill>
                <a:effectLst/>
                <a:highlight>
                  <a:srgbClr val="FFFFFF"/>
                </a:highlight>
                <a:latin typeface="Arial"/>
                <a:cs typeface="Arial"/>
              </a:rPr>
              <a:t>Students are encouraged to wear a touch of purple on </a:t>
            </a:r>
            <a:r>
              <a:rPr lang="en-AU" sz="3200">
                <a:solidFill>
                  <a:srgbClr val="000000"/>
                </a:solidFill>
                <a:highlight>
                  <a:srgbClr val="FFFFFF"/>
                </a:highlight>
                <a:latin typeface="Arial"/>
                <a:cs typeface="Arial"/>
              </a:rPr>
              <a:t>Thursday</a:t>
            </a:r>
            <a:r>
              <a:rPr lang="en-AU" sz="3200" b="0" i="0">
                <a:solidFill>
                  <a:srgbClr val="000000"/>
                </a:solidFill>
                <a:effectLst/>
                <a:highlight>
                  <a:srgbClr val="FFFFFF"/>
                </a:highlight>
                <a:latin typeface="Arial"/>
                <a:cs typeface="Arial"/>
              </a:rPr>
              <a:t> </a:t>
            </a:r>
            <a:r>
              <a:rPr lang="en-AU" sz="3200">
                <a:solidFill>
                  <a:srgbClr val="000000"/>
                </a:solidFill>
                <a:highlight>
                  <a:srgbClr val="FFFFFF"/>
                </a:highlight>
                <a:latin typeface="Arial"/>
                <a:cs typeface="Arial"/>
              </a:rPr>
              <a:t>27h August </a:t>
            </a:r>
            <a:r>
              <a:rPr lang="en-AU" sz="3200" b="0" i="0">
                <a:solidFill>
                  <a:srgbClr val="000000"/>
                </a:solidFill>
                <a:effectLst/>
                <a:highlight>
                  <a:srgbClr val="FFFFFF"/>
                </a:highlight>
                <a:latin typeface="Arial"/>
                <a:cs typeface="Arial"/>
              </a:rPr>
              <a:t>- purple socks, purple scarf, purple in their hair, purple nail polish, this is to be worn with their normal school uniform. </a:t>
            </a:r>
          </a:p>
          <a:p>
            <a:endParaRPr lang="en-AU" sz="3200">
              <a:solidFill>
                <a:srgbClr val="000000"/>
              </a:solidFill>
              <a:highlight>
                <a:srgbClr val="FFFFFF"/>
              </a:highlight>
              <a:latin typeface="Arial" panose="020B0604020202020204" pitchFamily="34" charset="0"/>
            </a:endParaRPr>
          </a:p>
          <a:p>
            <a:r>
              <a:rPr lang="en-AU" sz="3200" b="0" i="0">
                <a:solidFill>
                  <a:srgbClr val="000000"/>
                </a:solidFill>
                <a:effectLst/>
                <a:highlight>
                  <a:srgbClr val="FFFFFF"/>
                </a:highlight>
                <a:latin typeface="Arial"/>
                <a:cs typeface="Arial"/>
              </a:rPr>
              <a:t>Wear It </a:t>
            </a:r>
            <a:r>
              <a:rPr lang="en-AU" sz="3200">
                <a:solidFill>
                  <a:srgbClr val="000000"/>
                </a:solidFill>
                <a:highlight>
                  <a:srgbClr val="FFFFFF"/>
                </a:highlight>
                <a:latin typeface="Arial"/>
                <a:cs typeface="Arial"/>
              </a:rPr>
              <a:t>P</a:t>
            </a:r>
            <a:r>
              <a:rPr lang="en-AU" sz="3200" b="0" i="0">
                <a:solidFill>
                  <a:srgbClr val="000000"/>
                </a:solidFill>
                <a:effectLst/>
                <a:highlight>
                  <a:srgbClr val="FFFFFF"/>
                </a:highlight>
                <a:latin typeface="Arial"/>
                <a:cs typeface="Arial"/>
              </a:rPr>
              <a:t>urple day is NOT casual dress day.</a:t>
            </a:r>
            <a:endParaRPr lang="en-AU" sz="3200">
              <a:solidFill>
                <a:srgbClr val="000000"/>
              </a:solidFill>
              <a:highlight>
                <a:srgbClr val="FFFFFF"/>
              </a:highlight>
              <a:latin typeface="Arial"/>
              <a:cs typeface="Arial"/>
            </a:endParaRPr>
          </a:p>
        </p:txBody>
      </p:sp>
      <p:sp>
        <p:nvSpPr>
          <p:cNvPr id="4" name="Footer Placeholder 3">
            <a:extLst>
              <a:ext uri="{FF2B5EF4-FFF2-40B4-BE49-F238E27FC236}">
                <a16:creationId xmlns:a16="http://schemas.microsoft.com/office/drawing/2014/main" id="{A12B5EA2-1D9C-0C5F-B523-8D895EC23EBC}"/>
              </a:ext>
            </a:extLst>
          </p:cNvPr>
          <p:cNvSpPr>
            <a:spLocks noGrp="1"/>
          </p:cNvSpPr>
          <p:nvPr>
            <p:ph type="ftr" sz="quarter" idx="11"/>
          </p:nvPr>
        </p:nvSpPr>
        <p:spPr/>
        <p:txBody>
          <a:bodyPr/>
          <a:lstStyle/>
          <a:p>
            <a:r>
              <a:rPr lang="en-AU"/>
              <a:t>Connect session 11 Wear it Purple</a:t>
            </a:r>
            <a:endParaRPr lang="en-US"/>
          </a:p>
        </p:txBody>
      </p:sp>
      <p:sp>
        <p:nvSpPr>
          <p:cNvPr id="5" name="Slide Number Placeholder 4">
            <a:extLst>
              <a:ext uri="{FF2B5EF4-FFF2-40B4-BE49-F238E27FC236}">
                <a16:creationId xmlns:a16="http://schemas.microsoft.com/office/drawing/2014/main" id="{987F20D8-C427-5A0D-2EC6-2D1FF173BDCC}"/>
              </a:ext>
            </a:extLst>
          </p:cNvPr>
          <p:cNvSpPr>
            <a:spLocks noGrp="1"/>
          </p:cNvSpPr>
          <p:nvPr>
            <p:ph type="sldNum" sz="quarter" idx="12"/>
          </p:nvPr>
        </p:nvSpPr>
        <p:spPr/>
        <p:txBody>
          <a:bodyPr/>
          <a:lstStyle/>
          <a:p>
            <a:fld id="{FA4FCA09-A334-4A38-8A78-E51DCD588AB3}" type="slidenum">
              <a:rPr lang="en-US" smtClean="0"/>
              <a:t>20</a:t>
            </a:fld>
            <a:endParaRPr lang="en-US"/>
          </a:p>
        </p:txBody>
      </p:sp>
    </p:spTree>
    <p:extLst>
      <p:ext uri="{BB962C8B-B14F-4D97-AF65-F5344CB8AC3E}">
        <p14:creationId xmlns:p14="http://schemas.microsoft.com/office/powerpoint/2010/main" val="2590542665"/>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44E3BB9A-3BF5-4BE4-90CF-48BFABC785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8139A91C7086847A98671EDF19DF6A7" ma:contentTypeVersion="3" ma:contentTypeDescription="Create a new document." ma:contentTypeScope="" ma:versionID="1ac54db21b4203d299765f3564495803">
  <xsd:schema xmlns:xsd="http://www.w3.org/2001/XMLSchema" xmlns:xs="http://www.w3.org/2001/XMLSchema" xmlns:p="http://schemas.microsoft.com/office/2006/metadata/properties" xmlns:ns2="4f0bfc7f-89f7-4a8e-b4ce-697b04347147" targetNamespace="http://schemas.microsoft.com/office/2006/metadata/properties" ma:root="true" ma:fieldsID="5248034578c8672181713fe683e858fe" ns2:_="">
    <xsd:import namespace="4f0bfc7f-89f7-4a8e-b4ce-697b0434714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0bfc7f-89f7-4a8e-b4ce-697b043471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0D95698-8E28-425D-AA65-53DFF1969089}">
  <ds:schemaRefs>
    <ds:schemaRef ds:uri="7291ae8c-77c0-4485-86af-c770a9d1310c"/>
    <ds:schemaRef ds:uri="cf8b8297-6ae3-4c8a-a5e9-835dfd7b38c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E0221E9-D14C-4F56-9B32-D6351561E96C}">
  <ds:schemaRefs>
    <ds:schemaRef ds:uri="http://schemas.microsoft.com/sharepoint/v3/contenttype/forms"/>
  </ds:schemaRefs>
</ds:datastoreItem>
</file>

<file path=customXml/itemProps3.xml><?xml version="1.0" encoding="utf-8"?>
<ds:datastoreItem xmlns:ds="http://schemas.openxmlformats.org/officeDocument/2006/customXml" ds:itemID="{6B553B5D-5122-43F2-8D50-DEC5757A72E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0bfc7f-89f7-4a8e-b4ce-697b0434714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20</Slides>
  <Notes>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Metropolitan</vt:lpstr>
      <vt:lpstr>PowerPoint Presentation</vt:lpstr>
      <vt:lpstr>PowerPoint Presentation</vt:lpstr>
      <vt:lpstr>PowerPoint Presentation</vt:lpstr>
      <vt:lpstr>PowerPoint Presentation</vt:lpstr>
      <vt:lpstr>Wear It Purple Day</vt:lpstr>
      <vt:lpstr>PowerPoint Presentation</vt:lpstr>
      <vt:lpstr>How does Kew High School support Young People in the LGBTQIA+ Community</vt:lpstr>
      <vt:lpstr>‘Stand Out’ Student Club</vt:lpstr>
      <vt:lpstr>LGBTQIA+ Student Inclusion Policy </vt:lpstr>
      <vt:lpstr>Purpose</vt:lpstr>
      <vt:lpstr>What’s included in the Policy?</vt:lpstr>
      <vt:lpstr>Where is it located?</vt:lpstr>
      <vt:lpstr>Where is it located?</vt:lpstr>
      <vt:lpstr>Gender Affirmation Process</vt:lpstr>
      <vt:lpstr>What is gender affirmation?</vt:lpstr>
      <vt:lpstr>How is this supported at KHS?</vt:lpstr>
      <vt:lpstr>What happens when someone affirms their gender at school?</vt:lpstr>
      <vt:lpstr>The possibilities</vt:lpstr>
      <vt:lpstr>Support</vt:lpstr>
      <vt:lpstr>PowerPoint Presentation</vt:lpstr>
    </vt:vector>
  </TitlesOfParts>
  <Company>Kew High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Wear It Purple</dc:title>
  <dc:creator>Andrew THICKINS</dc:creator>
  <cp:revision>9</cp:revision>
  <dcterms:created xsi:type="dcterms:W3CDTF">2023-08-17T03:39:49Z</dcterms:created>
  <dcterms:modified xsi:type="dcterms:W3CDTF">2026-08-16T21:17:41Z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0x01010038139A91C7086847A98671EDF19DF6A7</vt:lpwstr>
  </property>
  <property fmtid="{D5CDD505-2E9C-101B-9397-08002B2CF9AE}" pid="3" name="MediaServiceImageTags">
    <vt:lpwstr/>
  </property>
  <property fmtid="{D5CDD505-2E9C-101B-9397-08002B2CF9AE}" pid="4" name="Order">
    <vt:r8>1673900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