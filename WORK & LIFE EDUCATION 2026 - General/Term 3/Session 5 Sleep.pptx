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7" r:id="rId4"/>
  </p:sldMasterIdLst>
  <p:sldIdLst>
    <p:sldId id="256" r:id="rId5"/>
    <p:sldId id="258" r:id="rId6"/>
    <p:sldId id="257" r:id="rId7"/>
    <p:sldId id="259" r:id="rId8"/>
    <p:sldId id="260" r:id="rId9"/>
    <p:sldId id="262" r:id="rId10"/>
    <p:sldId id="261" r:id="rId11"/>
    <p:sldId id="263" r:id="rId12"/>
    <p:sldId id="264" r:id="rId13"/>
    <p:sldId id="265" r:id="rId14"/>
    <p:sldId id="266"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D26CD38-4DB9-475B-9F47-7D7431EE893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433AC78-3500-438C-A210-2161662C80D9}">
      <dgm:prSet/>
      <dgm:spPr/>
      <dgm:t>
        <a:bodyPr/>
        <a:lstStyle/>
        <a:p>
          <a:r>
            <a:rPr lang="en-AU"/>
            <a:t>Changes in Circadian Rhythm </a:t>
          </a:r>
          <a:endParaRPr lang="en-US"/>
        </a:p>
      </dgm:t>
    </dgm:pt>
    <dgm:pt modelId="{7B817A0F-ED4C-457B-BBF6-CF3E49F1D92A}" type="parTrans" cxnId="{5BB7CA5A-A6FD-47EF-B3A2-BB650FAC3659}">
      <dgm:prSet/>
      <dgm:spPr/>
      <dgm:t>
        <a:bodyPr/>
        <a:lstStyle/>
        <a:p>
          <a:endParaRPr lang="en-US"/>
        </a:p>
      </dgm:t>
    </dgm:pt>
    <dgm:pt modelId="{B94FADCF-A15B-4E7F-8143-B3B9DC344B3B}" type="sibTrans" cxnId="{5BB7CA5A-A6FD-47EF-B3A2-BB650FAC3659}">
      <dgm:prSet/>
      <dgm:spPr/>
      <dgm:t>
        <a:bodyPr/>
        <a:lstStyle/>
        <a:p>
          <a:endParaRPr lang="en-US"/>
        </a:p>
      </dgm:t>
    </dgm:pt>
    <dgm:pt modelId="{9E6D9F1E-0C6F-42BD-BAEB-34FA99A50378}">
      <dgm:prSet/>
      <dgm:spPr/>
      <dgm:t>
        <a:bodyPr/>
        <a:lstStyle/>
        <a:p>
          <a:r>
            <a:rPr lang="en-AU"/>
            <a:t>Medical experts know that during adolescence, the body's circadian rhythm (sort of like an internal biological clock) is temporarily reset, telling the teenage brain to fall asleep later and wake up later.</a:t>
          </a:r>
          <a:endParaRPr lang="en-US"/>
        </a:p>
      </dgm:t>
    </dgm:pt>
    <dgm:pt modelId="{A924352B-4E5E-4C7F-BCC8-85B2BEFB41B2}" type="parTrans" cxnId="{059BD622-CE00-4CD7-89B8-89DF18A65DA6}">
      <dgm:prSet/>
      <dgm:spPr/>
      <dgm:t>
        <a:bodyPr/>
        <a:lstStyle/>
        <a:p>
          <a:endParaRPr lang="en-US"/>
        </a:p>
      </dgm:t>
    </dgm:pt>
    <dgm:pt modelId="{4AB68CA5-173A-4B13-A743-8CE2BE5FE881}" type="sibTrans" cxnId="{059BD622-CE00-4CD7-89B8-89DF18A65DA6}">
      <dgm:prSet/>
      <dgm:spPr/>
      <dgm:t>
        <a:bodyPr/>
        <a:lstStyle/>
        <a:p>
          <a:endParaRPr lang="en-US"/>
        </a:p>
      </dgm:t>
    </dgm:pt>
    <dgm:pt modelId="{0869F0F4-235D-4C85-8EA4-CEE57B475021}">
      <dgm:prSet/>
      <dgm:spPr/>
      <dgm:t>
        <a:bodyPr/>
        <a:lstStyle/>
        <a:p>
          <a:r>
            <a:rPr lang="en-AU"/>
            <a:t>This change is due to the brain hormone melatonin being produced later at night for teens, than it is for young kids and adults. Melatonin increases in a cyclic fashion at night making you feel sleepy. For teens, this delay in the release of melatonin can actually make it harder for teens to fall asleep at the right time.</a:t>
          </a:r>
          <a:endParaRPr lang="en-US"/>
        </a:p>
      </dgm:t>
    </dgm:pt>
    <dgm:pt modelId="{569A0FBF-1A18-4A0D-946C-715D7E1EDF04}" type="parTrans" cxnId="{7B0DB8AA-F165-4EA0-87E1-5F6EEC5D49D6}">
      <dgm:prSet/>
      <dgm:spPr/>
      <dgm:t>
        <a:bodyPr/>
        <a:lstStyle/>
        <a:p>
          <a:endParaRPr lang="en-US"/>
        </a:p>
      </dgm:t>
    </dgm:pt>
    <dgm:pt modelId="{28A27A8C-449F-41AE-B072-599D93C8731B}" type="sibTrans" cxnId="{7B0DB8AA-F165-4EA0-87E1-5F6EEC5D49D6}">
      <dgm:prSet/>
      <dgm:spPr/>
      <dgm:t>
        <a:bodyPr/>
        <a:lstStyle/>
        <a:p>
          <a:endParaRPr lang="en-US"/>
        </a:p>
      </dgm:t>
    </dgm:pt>
    <dgm:pt modelId="{337245A7-D619-4D7B-A17E-D962ACDDF38E}" type="pres">
      <dgm:prSet presAssocID="{BD26CD38-4DB9-475B-9F47-7D7431EE8937}" presName="linear" presStyleCnt="0">
        <dgm:presLayoutVars>
          <dgm:animLvl val="lvl"/>
          <dgm:resizeHandles val="exact"/>
        </dgm:presLayoutVars>
      </dgm:prSet>
      <dgm:spPr/>
    </dgm:pt>
    <dgm:pt modelId="{252CB5EA-3228-42A9-9E85-11F43D9C0878}" type="pres">
      <dgm:prSet presAssocID="{F433AC78-3500-438C-A210-2161662C80D9}" presName="parentText" presStyleLbl="node1" presStyleIdx="0" presStyleCnt="3">
        <dgm:presLayoutVars>
          <dgm:chMax val="0"/>
          <dgm:bulletEnabled val="1"/>
        </dgm:presLayoutVars>
      </dgm:prSet>
      <dgm:spPr/>
    </dgm:pt>
    <dgm:pt modelId="{00F51DAC-2404-48DF-8BB5-6BAC8C95550E}" type="pres">
      <dgm:prSet presAssocID="{B94FADCF-A15B-4E7F-8143-B3B9DC344B3B}" presName="spacer" presStyleCnt="0"/>
      <dgm:spPr/>
    </dgm:pt>
    <dgm:pt modelId="{53B50A29-718C-4358-9405-E8B9A6E0FCD4}" type="pres">
      <dgm:prSet presAssocID="{9E6D9F1E-0C6F-42BD-BAEB-34FA99A50378}" presName="parentText" presStyleLbl="node1" presStyleIdx="1" presStyleCnt="3">
        <dgm:presLayoutVars>
          <dgm:chMax val="0"/>
          <dgm:bulletEnabled val="1"/>
        </dgm:presLayoutVars>
      </dgm:prSet>
      <dgm:spPr/>
    </dgm:pt>
    <dgm:pt modelId="{F252107F-B95D-4560-80A1-A4E5298A3425}" type="pres">
      <dgm:prSet presAssocID="{4AB68CA5-173A-4B13-A743-8CE2BE5FE881}" presName="spacer" presStyleCnt="0"/>
      <dgm:spPr/>
    </dgm:pt>
    <dgm:pt modelId="{829324E9-88AF-442A-95A1-2302229D1320}" type="pres">
      <dgm:prSet presAssocID="{0869F0F4-235D-4C85-8EA4-CEE57B475021}" presName="parentText" presStyleLbl="node1" presStyleIdx="2" presStyleCnt="3">
        <dgm:presLayoutVars>
          <dgm:chMax val="0"/>
          <dgm:bulletEnabled val="1"/>
        </dgm:presLayoutVars>
      </dgm:prSet>
      <dgm:spPr/>
    </dgm:pt>
  </dgm:ptLst>
  <dgm:cxnLst>
    <dgm:cxn modelId="{059BD622-CE00-4CD7-89B8-89DF18A65DA6}" srcId="{BD26CD38-4DB9-475B-9F47-7D7431EE8937}" destId="{9E6D9F1E-0C6F-42BD-BAEB-34FA99A50378}" srcOrd="1" destOrd="0" parTransId="{A924352B-4E5E-4C7F-BCC8-85B2BEFB41B2}" sibTransId="{4AB68CA5-173A-4B13-A743-8CE2BE5FE881}"/>
    <dgm:cxn modelId="{5BB7CA5A-A6FD-47EF-B3A2-BB650FAC3659}" srcId="{BD26CD38-4DB9-475B-9F47-7D7431EE8937}" destId="{F433AC78-3500-438C-A210-2161662C80D9}" srcOrd="0" destOrd="0" parTransId="{7B817A0F-ED4C-457B-BBF6-CF3E49F1D92A}" sibTransId="{B94FADCF-A15B-4E7F-8143-B3B9DC344B3B}"/>
    <dgm:cxn modelId="{7CF2C790-FC27-4382-9A6C-5CE2010B829C}" type="presOf" srcId="{0869F0F4-235D-4C85-8EA4-CEE57B475021}" destId="{829324E9-88AF-442A-95A1-2302229D1320}" srcOrd="0" destOrd="0" presId="urn:microsoft.com/office/officeart/2005/8/layout/vList2"/>
    <dgm:cxn modelId="{7B0DB8AA-F165-4EA0-87E1-5F6EEC5D49D6}" srcId="{BD26CD38-4DB9-475B-9F47-7D7431EE8937}" destId="{0869F0F4-235D-4C85-8EA4-CEE57B475021}" srcOrd="2" destOrd="0" parTransId="{569A0FBF-1A18-4A0D-946C-715D7E1EDF04}" sibTransId="{28A27A8C-449F-41AE-B072-599D93C8731B}"/>
    <dgm:cxn modelId="{5D6B48D2-170B-466F-A8F2-61FEBCF1783E}" type="presOf" srcId="{9E6D9F1E-0C6F-42BD-BAEB-34FA99A50378}" destId="{53B50A29-718C-4358-9405-E8B9A6E0FCD4}" srcOrd="0" destOrd="0" presId="urn:microsoft.com/office/officeart/2005/8/layout/vList2"/>
    <dgm:cxn modelId="{221387E9-98CF-468D-9A9B-B79F0BFC46FC}" type="presOf" srcId="{F433AC78-3500-438C-A210-2161662C80D9}" destId="{252CB5EA-3228-42A9-9E85-11F43D9C0878}" srcOrd="0" destOrd="0" presId="urn:microsoft.com/office/officeart/2005/8/layout/vList2"/>
    <dgm:cxn modelId="{35FD9AFC-A0EE-4E99-ADEE-DEB7B42F8DCE}" type="presOf" srcId="{BD26CD38-4DB9-475B-9F47-7D7431EE8937}" destId="{337245A7-D619-4D7B-A17E-D962ACDDF38E}" srcOrd="0" destOrd="0" presId="urn:microsoft.com/office/officeart/2005/8/layout/vList2"/>
    <dgm:cxn modelId="{36DEC191-CEBF-48E2-9671-6B87169CF6A0}" type="presParOf" srcId="{337245A7-D619-4D7B-A17E-D962ACDDF38E}" destId="{252CB5EA-3228-42A9-9E85-11F43D9C0878}" srcOrd="0" destOrd="0" presId="urn:microsoft.com/office/officeart/2005/8/layout/vList2"/>
    <dgm:cxn modelId="{76CF6C30-885D-479D-A433-40B12050BF8E}" type="presParOf" srcId="{337245A7-D619-4D7B-A17E-D962ACDDF38E}" destId="{00F51DAC-2404-48DF-8BB5-6BAC8C95550E}" srcOrd="1" destOrd="0" presId="urn:microsoft.com/office/officeart/2005/8/layout/vList2"/>
    <dgm:cxn modelId="{E1FB15A7-3736-4ADD-A2A8-216621630406}" type="presParOf" srcId="{337245A7-D619-4D7B-A17E-D962ACDDF38E}" destId="{53B50A29-718C-4358-9405-E8B9A6E0FCD4}" srcOrd="2" destOrd="0" presId="urn:microsoft.com/office/officeart/2005/8/layout/vList2"/>
    <dgm:cxn modelId="{BD45B60B-9B7E-437F-95C0-6D6A5B9314A3}" type="presParOf" srcId="{337245A7-D619-4D7B-A17E-D962ACDDF38E}" destId="{F252107F-B95D-4560-80A1-A4E5298A3425}" srcOrd="3" destOrd="0" presId="urn:microsoft.com/office/officeart/2005/8/layout/vList2"/>
    <dgm:cxn modelId="{A78823C7-08FA-4B13-8F15-AA91B6451AC0}" type="presParOf" srcId="{337245A7-D619-4D7B-A17E-D962ACDDF38E}" destId="{829324E9-88AF-442A-95A1-2302229D1320}"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21EAD7-D0B3-4356-9D82-2CA5281EC07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1850879-485D-4D48-9B24-1DD914CB0126}">
      <dgm:prSet/>
      <dgm:spPr/>
      <dgm:t>
        <a:bodyPr/>
        <a:lstStyle/>
        <a:p>
          <a:r>
            <a:rPr lang="en-AU" u="sng"/>
            <a:t>How much you sleep depends on your age.</a:t>
          </a:r>
          <a:endParaRPr lang="en-US"/>
        </a:p>
      </dgm:t>
    </dgm:pt>
    <dgm:pt modelId="{DC1C333A-91F7-4DF6-9709-E0863C20EEA7}" type="parTrans" cxnId="{FDE3988B-4684-4D49-A726-1DBD1CEB8B93}">
      <dgm:prSet/>
      <dgm:spPr/>
      <dgm:t>
        <a:bodyPr/>
        <a:lstStyle/>
        <a:p>
          <a:endParaRPr lang="en-US"/>
        </a:p>
      </dgm:t>
    </dgm:pt>
    <dgm:pt modelId="{DAF84D8D-7138-42C8-B950-55CE5265EA9C}" type="sibTrans" cxnId="{FDE3988B-4684-4D49-A726-1DBD1CEB8B93}">
      <dgm:prSet/>
      <dgm:spPr/>
      <dgm:t>
        <a:bodyPr/>
        <a:lstStyle/>
        <a:p>
          <a:endParaRPr lang="en-US"/>
        </a:p>
      </dgm:t>
    </dgm:pt>
    <dgm:pt modelId="{05902AA1-AE0C-4DB2-B9D4-D6194770ECFB}">
      <dgm:prSet/>
      <dgm:spPr/>
      <dgm:t>
        <a:bodyPr/>
        <a:lstStyle/>
        <a:p>
          <a:r>
            <a:rPr lang="en-AU"/>
            <a:t>From age 12 to 18 the </a:t>
          </a:r>
          <a:r>
            <a:rPr lang="en-AU" b="1"/>
            <a:t>amount</a:t>
          </a:r>
          <a:r>
            <a:rPr lang="en-AU"/>
            <a:t> of sleep biologically required plateaus at around 9 hours per night. The teenage years are actually the only time in our human lifespan when sleep does not decrease with advancing age. So whether you are 12 or 18 years, you still need around 9 hours sleep on average.</a:t>
          </a:r>
          <a:endParaRPr lang="en-US"/>
        </a:p>
      </dgm:t>
    </dgm:pt>
    <dgm:pt modelId="{535B0410-ADA7-47F5-9DF7-BC0169B27718}" type="parTrans" cxnId="{3789420D-26E5-42A3-8D8E-6D54C0A747C9}">
      <dgm:prSet/>
      <dgm:spPr/>
      <dgm:t>
        <a:bodyPr/>
        <a:lstStyle/>
        <a:p>
          <a:endParaRPr lang="en-US"/>
        </a:p>
      </dgm:t>
    </dgm:pt>
    <dgm:pt modelId="{5F310B10-3A9B-4BF6-B462-57B4E8B51B13}" type="sibTrans" cxnId="{3789420D-26E5-42A3-8D8E-6D54C0A747C9}">
      <dgm:prSet/>
      <dgm:spPr/>
      <dgm:t>
        <a:bodyPr/>
        <a:lstStyle/>
        <a:p>
          <a:endParaRPr lang="en-US"/>
        </a:p>
      </dgm:t>
    </dgm:pt>
    <dgm:pt modelId="{8E03F73A-3424-41E9-8ABB-E3C0B9605327}">
      <dgm:prSet/>
      <dgm:spPr/>
      <dgm:t>
        <a:bodyPr/>
        <a:lstStyle/>
        <a:p>
          <a:r>
            <a:rPr lang="en-AU"/>
            <a:t>http://www.sleepshack.com.au</a:t>
          </a:r>
          <a:endParaRPr lang="en-US"/>
        </a:p>
      </dgm:t>
    </dgm:pt>
    <dgm:pt modelId="{835D8BD0-B7A0-493C-8213-F0A69979D16A}" type="parTrans" cxnId="{1C7E4D84-B8A8-4C69-8CAA-86F43AA3F6AA}">
      <dgm:prSet/>
      <dgm:spPr/>
      <dgm:t>
        <a:bodyPr/>
        <a:lstStyle/>
        <a:p>
          <a:endParaRPr lang="en-US"/>
        </a:p>
      </dgm:t>
    </dgm:pt>
    <dgm:pt modelId="{7C048470-0875-493A-9821-EB8006781C2B}" type="sibTrans" cxnId="{1C7E4D84-B8A8-4C69-8CAA-86F43AA3F6AA}">
      <dgm:prSet/>
      <dgm:spPr/>
      <dgm:t>
        <a:bodyPr/>
        <a:lstStyle/>
        <a:p>
          <a:endParaRPr lang="en-US"/>
        </a:p>
      </dgm:t>
    </dgm:pt>
    <dgm:pt modelId="{E5C1D5C7-9E4F-4890-A217-B76DDB0C65B3}" type="pres">
      <dgm:prSet presAssocID="{6B21EAD7-D0B3-4356-9D82-2CA5281EC075}" presName="root" presStyleCnt="0">
        <dgm:presLayoutVars>
          <dgm:dir/>
          <dgm:resizeHandles val="exact"/>
        </dgm:presLayoutVars>
      </dgm:prSet>
      <dgm:spPr/>
    </dgm:pt>
    <dgm:pt modelId="{839467C5-4B59-4B12-9242-2E5F66108FF8}" type="pres">
      <dgm:prSet presAssocID="{C1850879-485D-4D48-9B24-1DD914CB0126}" presName="compNode" presStyleCnt="0"/>
      <dgm:spPr/>
    </dgm:pt>
    <dgm:pt modelId="{83342AD6-A6DF-48E1-8513-5D0943B63949}" type="pres">
      <dgm:prSet presAssocID="{C1850879-485D-4D48-9B24-1DD914CB0126}" presName="bgRect" presStyleLbl="bgShp" presStyleIdx="0" presStyleCnt="3"/>
      <dgm:spPr/>
    </dgm:pt>
    <dgm:pt modelId="{7797AECD-3140-47F4-8BAF-36EF5E2113F0}" type="pres">
      <dgm:prSet presAssocID="{C1850879-485D-4D48-9B24-1DD914CB012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leep"/>
        </a:ext>
      </dgm:extLst>
    </dgm:pt>
    <dgm:pt modelId="{7D87BD3D-6B94-426E-813D-B567580EDED0}" type="pres">
      <dgm:prSet presAssocID="{C1850879-485D-4D48-9B24-1DD914CB0126}" presName="spaceRect" presStyleCnt="0"/>
      <dgm:spPr/>
    </dgm:pt>
    <dgm:pt modelId="{28F087C0-5129-422B-B100-8C35DBE722C0}" type="pres">
      <dgm:prSet presAssocID="{C1850879-485D-4D48-9B24-1DD914CB0126}" presName="parTx" presStyleLbl="revTx" presStyleIdx="0" presStyleCnt="3">
        <dgm:presLayoutVars>
          <dgm:chMax val="0"/>
          <dgm:chPref val="0"/>
        </dgm:presLayoutVars>
      </dgm:prSet>
      <dgm:spPr/>
    </dgm:pt>
    <dgm:pt modelId="{7DB4ED64-FB37-456E-8980-1C88F4CDD6E0}" type="pres">
      <dgm:prSet presAssocID="{DAF84D8D-7138-42C8-B950-55CE5265EA9C}" presName="sibTrans" presStyleCnt="0"/>
      <dgm:spPr/>
    </dgm:pt>
    <dgm:pt modelId="{084D632A-6EB6-4EFF-B9B0-9F213BB7C0F0}" type="pres">
      <dgm:prSet presAssocID="{05902AA1-AE0C-4DB2-B9D4-D6194770ECFB}" presName="compNode" presStyleCnt="0"/>
      <dgm:spPr/>
    </dgm:pt>
    <dgm:pt modelId="{AC117B84-E282-4F53-8AE6-6EB3F1F5E7F5}" type="pres">
      <dgm:prSet presAssocID="{05902AA1-AE0C-4DB2-B9D4-D6194770ECFB}" presName="bgRect" presStyleLbl="bgShp" presStyleIdx="1" presStyleCnt="3"/>
      <dgm:spPr/>
    </dgm:pt>
    <dgm:pt modelId="{1F81C6DC-358A-4DED-A615-A27D7BFBC0AC}" type="pres">
      <dgm:prSet presAssocID="{05902AA1-AE0C-4DB2-B9D4-D6194770ECF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iny scene"/>
        </a:ext>
      </dgm:extLst>
    </dgm:pt>
    <dgm:pt modelId="{32CFA93D-2B03-417C-8F07-7896C7310D7D}" type="pres">
      <dgm:prSet presAssocID="{05902AA1-AE0C-4DB2-B9D4-D6194770ECFB}" presName="spaceRect" presStyleCnt="0"/>
      <dgm:spPr/>
    </dgm:pt>
    <dgm:pt modelId="{7C88559D-066C-4471-A65B-D0ECC4E70637}" type="pres">
      <dgm:prSet presAssocID="{05902AA1-AE0C-4DB2-B9D4-D6194770ECFB}" presName="parTx" presStyleLbl="revTx" presStyleIdx="1" presStyleCnt="3">
        <dgm:presLayoutVars>
          <dgm:chMax val="0"/>
          <dgm:chPref val="0"/>
        </dgm:presLayoutVars>
      </dgm:prSet>
      <dgm:spPr/>
    </dgm:pt>
    <dgm:pt modelId="{7008EB32-8FD1-48D5-A091-03DCC46435CB}" type="pres">
      <dgm:prSet presAssocID="{5F310B10-3A9B-4BF6-B462-57B4E8B51B13}" presName="sibTrans" presStyleCnt="0"/>
      <dgm:spPr/>
    </dgm:pt>
    <dgm:pt modelId="{36FF47D0-830D-44EA-BE4D-B305D1190C59}" type="pres">
      <dgm:prSet presAssocID="{8E03F73A-3424-41E9-8ABB-E3C0B9605327}" presName="compNode" presStyleCnt="0"/>
      <dgm:spPr/>
    </dgm:pt>
    <dgm:pt modelId="{39C56523-F3F4-46B7-8D3D-074D589C588E}" type="pres">
      <dgm:prSet presAssocID="{8E03F73A-3424-41E9-8ABB-E3C0B9605327}" presName="bgRect" presStyleLbl="bgShp" presStyleIdx="2" presStyleCnt="3"/>
      <dgm:spPr/>
    </dgm:pt>
    <dgm:pt modelId="{BFE62F39-C38E-4687-B5F3-FBCF256A8842}" type="pres">
      <dgm:prSet presAssocID="{8E03F73A-3424-41E9-8ABB-E3C0B960532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arth Globe Americas"/>
        </a:ext>
      </dgm:extLst>
    </dgm:pt>
    <dgm:pt modelId="{D86F1C14-7BD5-405B-870B-B12D1CD973C1}" type="pres">
      <dgm:prSet presAssocID="{8E03F73A-3424-41E9-8ABB-E3C0B9605327}" presName="spaceRect" presStyleCnt="0"/>
      <dgm:spPr/>
    </dgm:pt>
    <dgm:pt modelId="{5A8F5A3F-6B4B-4334-BB23-02F4B62F5F57}" type="pres">
      <dgm:prSet presAssocID="{8E03F73A-3424-41E9-8ABB-E3C0B9605327}" presName="parTx" presStyleLbl="revTx" presStyleIdx="2" presStyleCnt="3">
        <dgm:presLayoutVars>
          <dgm:chMax val="0"/>
          <dgm:chPref val="0"/>
        </dgm:presLayoutVars>
      </dgm:prSet>
      <dgm:spPr/>
    </dgm:pt>
  </dgm:ptLst>
  <dgm:cxnLst>
    <dgm:cxn modelId="{3789420D-26E5-42A3-8D8E-6D54C0A747C9}" srcId="{6B21EAD7-D0B3-4356-9D82-2CA5281EC075}" destId="{05902AA1-AE0C-4DB2-B9D4-D6194770ECFB}" srcOrd="1" destOrd="0" parTransId="{535B0410-ADA7-47F5-9DF7-BC0169B27718}" sibTransId="{5F310B10-3A9B-4BF6-B462-57B4E8B51B13}"/>
    <dgm:cxn modelId="{1B66E00F-879F-420E-BA5A-73AFDECA707E}" type="presOf" srcId="{6B21EAD7-D0B3-4356-9D82-2CA5281EC075}" destId="{E5C1D5C7-9E4F-4890-A217-B76DDB0C65B3}" srcOrd="0" destOrd="0" presId="urn:microsoft.com/office/officeart/2018/2/layout/IconVerticalSolidList"/>
    <dgm:cxn modelId="{234E7426-04B3-4A1C-A498-5D26573D1226}" type="presOf" srcId="{C1850879-485D-4D48-9B24-1DD914CB0126}" destId="{28F087C0-5129-422B-B100-8C35DBE722C0}" srcOrd="0" destOrd="0" presId="urn:microsoft.com/office/officeart/2018/2/layout/IconVerticalSolidList"/>
    <dgm:cxn modelId="{A25FED5E-5BA5-4851-B59D-BDA415C7B6EA}" type="presOf" srcId="{05902AA1-AE0C-4DB2-B9D4-D6194770ECFB}" destId="{7C88559D-066C-4471-A65B-D0ECC4E70637}" srcOrd="0" destOrd="0" presId="urn:microsoft.com/office/officeart/2018/2/layout/IconVerticalSolidList"/>
    <dgm:cxn modelId="{66FD1F73-5AA8-4AAB-8F73-DBE4E335E631}" type="presOf" srcId="{8E03F73A-3424-41E9-8ABB-E3C0B9605327}" destId="{5A8F5A3F-6B4B-4334-BB23-02F4B62F5F57}" srcOrd="0" destOrd="0" presId="urn:microsoft.com/office/officeart/2018/2/layout/IconVerticalSolidList"/>
    <dgm:cxn modelId="{1C7E4D84-B8A8-4C69-8CAA-86F43AA3F6AA}" srcId="{6B21EAD7-D0B3-4356-9D82-2CA5281EC075}" destId="{8E03F73A-3424-41E9-8ABB-E3C0B9605327}" srcOrd="2" destOrd="0" parTransId="{835D8BD0-B7A0-493C-8213-F0A69979D16A}" sibTransId="{7C048470-0875-493A-9821-EB8006781C2B}"/>
    <dgm:cxn modelId="{FDE3988B-4684-4D49-A726-1DBD1CEB8B93}" srcId="{6B21EAD7-D0B3-4356-9D82-2CA5281EC075}" destId="{C1850879-485D-4D48-9B24-1DD914CB0126}" srcOrd="0" destOrd="0" parTransId="{DC1C333A-91F7-4DF6-9709-E0863C20EEA7}" sibTransId="{DAF84D8D-7138-42C8-B950-55CE5265EA9C}"/>
    <dgm:cxn modelId="{3F22D46D-A04E-4633-BCF4-10C409D073CA}" type="presParOf" srcId="{E5C1D5C7-9E4F-4890-A217-B76DDB0C65B3}" destId="{839467C5-4B59-4B12-9242-2E5F66108FF8}" srcOrd="0" destOrd="0" presId="urn:microsoft.com/office/officeart/2018/2/layout/IconVerticalSolidList"/>
    <dgm:cxn modelId="{1A680DD8-A046-4CA5-ABBB-F9551A9CA3C2}" type="presParOf" srcId="{839467C5-4B59-4B12-9242-2E5F66108FF8}" destId="{83342AD6-A6DF-48E1-8513-5D0943B63949}" srcOrd="0" destOrd="0" presId="urn:microsoft.com/office/officeart/2018/2/layout/IconVerticalSolidList"/>
    <dgm:cxn modelId="{A6E13605-21B7-491E-A22E-B0C37A144AFC}" type="presParOf" srcId="{839467C5-4B59-4B12-9242-2E5F66108FF8}" destId="{7797AECD-3140-47F4-8BAF-36EF5E2113F0}" srcOrd="1" destOrd="0" presId="urn:microsoft.com/office/officeart/2018/2/layout/IconVerticalSolidList"/>
    <dgm:cxn modelId="{16F9C1FD-AF2C-49DD-83C1-A49ACFFCC64D}" type="presParOf" srcId="{839467C5-4B59-4B12-9242-2E5F66108FF8}" destId="{7D87BD3D-6B94-426E-813D-B567580EDED0}" srcOrd="2" destOrd="0" presId="urn:microsoft.com/office/officeart/2018/2/layout/IconVerticalSolidList"/>
    <dgm:cxn modelId="{230BA415-C9BC-4BC6-98A0-008A4006FAA6}" type="presParOf" srcId="{839467C5-4B59-4B12-9242-2E5F66108FF8}" destId="{28F087C0-5129-422B-B100-8C35DBE722C0}" srcOrd="3" destOrd="0" presId="urn:microsoft.com/office/officeart/2018/2/layout/IconVerticalSolidList"/>
    <dgm:cxn modelId="{99034C1F-EAC7-4091-A306-C014F25E07D9}" type="presParOf" srcId="{E5C1D5C7-9E4F-4890-A217-B76DDB0C65B3}" destId="{7DB4ED64-FB37-456E-8980-1C88F4CDD6E0}" srcOrd="1" destOrd="0" presId="urn:microsoft.com/office/officeart/2018/2/layout/IconVerticalSolidList"/>
    <dgm:cxn modelId="{C9D8E6BF-10F5-45AC-9E3C-5FAD020F3A51}" type="presParOf" srcId="{E5C1D5C7-9E4F-4890-A217-B76DDB0C65B3}" destId="{084D632A-6EB6-4EFF-B9B0-9F213BB7C0F0}" srcOrd="2" destOrd="0" presId="urn:microsoft.com/office/officeart/2018/2/layout/IconVerticalSolidList"/>
    <dgm:cxn modelId="{A26703AA-CF95-455B-99E6-E5FCA29F318B}" type="presParOf" srcId="{084D632A-6EB6-4EFF-B9B0-9F213BB7C0F0}" destId="{AC117B84-E282-4F53-8AE6-6EB3F1F5E7F5}" srcOrd="0" destOrd="0" presId="urn:microsoft.com/office/officeart/2018/2/layout/IconVerticalSolidList"/>
    <dgm:cxn modelId="{AAEA9334-86FB-49A5-9261-184B7496CEA9}" type="presParOf" srcId="{084D632A-6EB6-4EFF-B9B0-9F213BB7C0F0}" destId="{1F81C6DC-358A-4DED-A615-A27D7BFBC0AC}" srcOrd="1" destOrd="0" presId="urn:microsoft.com/office/officeart/2018/2/layout/IconVerticalSolidList"/>
    <dgm:cxn modelId="{FDD26E60-AED5-476E-8F35-5171F02A3E19}" type="presParOf" srcId="{084D632A-6EB6-4EFF-B9B0-9F213BB7C0F0}" destId="{32CFA93D-2B03-417C-8F07-7896C7310D7D}" srcOrd="2" destOrd="0" presId="urn:microsoft.com/office/officeart/2018/2/layout/IconVerticalSolidList"/>
    <dgm:cxn modelId="{3AFD7E9D-3184-4629-901B-7A93DB0EC5F2}" type="presParOf" srcId="{084D632A-6EB6-4EFF-B9B0-9F213BB7C0F0}" destId="{7C88559D-066C-4471-A65B-D0ECC4E70637}" srcOrd="3" destOrd="0" presId="urn:microsoft.com/office/officeart/2018/2/layout/IconVerticalSolidList"/>
    <dgm:cxn modelId="{2D1213B1-DD94-46AC-AE06-5624C832C11D}" type="presParOf" srcId="{E5C1D5C7-9E4F-4890-A217-B76DDB0C65B3}" destId="{7008EB32-8FD1-48D5-A091-03DCC46435CB}" srcOrd="3" destOrd="0" presId="urn:microsoft.com/office/officeart/2018/2/layout/IconVerticalSolidList"/>
    <dgm:cxn modelId="{AB97F6A2-AC16-4088-B60E-80C59A38E484}" type="presParOf" srcId="{E5C1D5C7-9E4F-4890-A217-B76DDB0C65B3}" destId="{36FF47D0-830D-44EA-BE4D-B305D1190C59}" srcOrd="4" destOrd="0" presId="urn:microsoft.com/office/officeart/2018/2/layout/IconVerticalSolidList"/>
    <dgm:cxn modelId="{9F5138AC-4495-4AA9-A94A-15620D276C66}" type="presParOf" srcId="{36FF47D0-830D-44EA-BE4D-B305D1190C59}" destId="{39C56523-F3F4-46B7-8D3D-074D589C588E}" srcOrd="0" destOrd="0" presId="urn:microsoft.com/office/officeart/2018/2/layout/IconVerticalSolidList"/>
    <dgm:cxn modelId="{CD828CBA-56F1-4E60-82BD-F394F100B30E}" type="presParOf" srcId="{36FF47D0-830D-44EA-BE4D-B305D1190C59}" destId="{BFE62F39-C38E-4687-B5F3-FBCF256A8842}" srcOrd="1" destOrd="0" presId="urn:microsoft.com/office/officeart/2018/2/layout/IconVerticalSolidList"/>
    <dgm:cxn modelId="{5E7871E5-4C2D-4AB5-B34F-FE1178C0ABD4}" type="presParOf" srcId="{36FF47D0-830D-44EA-BE4D-B305D1190C59}" destId="{D86F1C14-7BD5-405B-870B-B12D1CD973C1}" srcOrd="2" destOrd="0" presId="urn:microsoft.com/office/officeart/2018/2/layout/IconVerticalSolidList"/>
    <dgm:cxn modelId="{D9DB2F5B-AC0A-4B5E-AC2C-5A5B58B5CB70}" type="presParOf" srcId="{36FF47D0-830D-44EA-BE4D-B305D1190C59}" destId="{5A8F5A3F-6B4B-4334-BB23-02F4B62F5F5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9BA6D1-3F54-46B9-A726-CEBAE8D64C5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0390CCA-AB5C-4207-805D-8602683DBC7D}">
      <dgm:prSet/>
      <dgm:spPr/>
      <dgm:t>
        <a:bodyPr/>
        <a:lstStyle/>
        <a:p>
          <a:r>
            <a:rPr lang="en-AU"/>
            <a:t>Teenagers are busy! This has a critical effect on how much sleep you get:</a:t>
          </a:r>
          <a:endParaRPr lang="en-US"/>
        </a:p>
      </dgm:t>
    </dgm:pt>
    <dgm:pt modelId="{203D83EF-1F9C-426A-99F9-16CE63DF233F}" type="parTrans" cxnId="{E123479A-D584-4594-84D9-7CB128E5EACB}">
      <dgm:prSet/>
      <dgm:spPr/>
      <dgm:t>
        <a:bodyPr/>
        <a:lstStyle/>
        <a:p>
          <a:endParaRPr lang="en-US"/>
        </a:p>
      </dgm:t>
    </dgm:pt>
    <dgm:pt modelId="{4D97E9E6-5DBA-4965-9EC4-1C6D10B7B0C8}" type="sibTrans" cxnId="{E123479A-D584-4594-84D9-7CB128E5EACB}">
      <dgm:prSet/>
      <dgm:spPr/>
      <dgm:t>
        <a:bodyPr/>
        <a:lstStyle/>
        <a:p>
          <a:endParaRPr lang="en-US"/>
        </a:p>
      </dgm:t>
    </dgm:pt>
    <dgm:pt modelId="{9BE15E04-A04F-418E-8572-47C9929F6CBD}">
      <dgm:prSet/>
      <dgm:spPr/>
      <dgm:t>
        <a:bodyPr/>
        <a:lstStyle/>
        <a:p>
          <a:r>
            <a:rPr lang="en-AU"/>
            <a:t>Early start times in schools – if you fall asleep late you still have to get up early for school, meaning you might only squeeze in 6 or 7 hours of sleep a night.</a:t>
          </a:r>
          <a:endParaRPr lang="en-US"/>
        </a:p>
      </dgm:t>
    </dgm:pt>
    <dgm:pt modelId="{60C41FC7-7EFF-4608-B3F4-1568EB3B15FE}" type="parTrans" cxnId="{B580F56F-9187-4D36-814F-4D1CC44C8594}">
      <dgm:prSet/>
      <dgm:spPr/>
      <dgm:t>
        <a:bodyPr/>
        <a:lstStyle/>
        <a:p>
          <a:endParaRPr lang="en-US"/>
        </a:p>
      </dgm:t>
    </dgm:pt>
    <dgm:pt modelId="{9A227CE5-989E-4275-BACD-FB81D0D3C23A}" type="sibTrans" cxnId="{B580F56F-9187-4D36-814F-4D1CC44C8594}">
      <dgm:prSet/>
      <dgm:spPr/>
      <dgm:t>
        <a:bodyPr/>
        <a:lstStyle/>
        <a:p>
          <a:endParaRPr lang="en-US"/>
        </a:p>
      </dgm:t>
    </dgm:pt>
    <dgm:pt modelId="{34F11128-4FCA-4481-B2AA-86581F29317F}">
      <dgm:prSet/>
      <dgm:spPr/>
      <dgm:t>
        <a:bodyPr/>
        <a:lstStyle/>
        <a:p>
          <a:r>
            <a:rPr lang="en-AU"/>
            <a:t>Other time demands in the evening or early morning such as sport, part-time jobs, catching up with friends.</a:t>
          </a:r>
          <a:endParaRPr lang="en-US"/>
        </a:p>
      </dgm:t>
    </dgm:pt>
    <dgm:pt modelId="{C3D96918-3B16-4948-BADD-BE8BB48F91F8}" type="parTrans" cxnId="{484967F7-6467-471E-88EE-4C4A6959F1C3}">
      <dgm:prSet/>
      <dgm:spPr/>
      <dgm:t>
        <a:bodyPr/>
        <a:lstStyle/>
        <a:p>
          <a:endParaRPr lang="en-US"/>
        </a:p>
      </dgm:t>
    </dgm:pt>
    <dgm:pt modelId="{C4F8C07F-99E0-4846-B521-9DE79312D291}" type="sibTrans" cxnId="{484967F7-6467-471E-88EE-4C4A6959F1C3}">
      <dgm:prSet/>
      <dgm:spPr/>
      <dgm:t>
        <a:bodyPr/>
        <a:lstStyle/>
        <a:p>
          <a:endParaRPr lang="en-US"/>
        </a:p>
      </dgm:t>
    </dgm:pt>
    <dgm:pt modelId="{7DB38C7A-55C5-417A-A3BD-4D4960113AD8}">
      <dgm:prSet/>
      <dgm:spPr/>
      <dgm:t>
        <a:bodyPr/>
        <a:lstStyle/>
        <a:p>
          <a:r>
            <a:rPr lang="en-AU"/>
            <a:t>Homework/Study- Often the need to study and do homework (CATs!) extends into the night once dinner is over.</a:t>
          </a:r>
          <a:endParaRPr lang="en-US"/>
        </a:p>
      </dgm:t>
    </dgm:pt>
    <dgm:pt modelId="{329E3D4F-83C8-4828-B0B7-212449E432B8}" type="parTrans" cxnId="{ED5D02D0-C1E6-4596-BD34-50D3D5D60A3A}">
      <dgm:prSet/>
      <dgm:spPr/>
      <dgm:t>
        <a:bodyPr/>
        <a:lstStyle/>
        <a:p>
          <a:endParaRPr lang="en-US"/>
        </a:p>
      </dgm:t>
    </dgm:pt>
    <dgm:pt modelId="{8AFF4BDC-6883-4290-B7D5-247C65EFFFE5}" type="sibTrans" cxnId="{ED5D02D0-C1E6-4596-BD34-50D3D5D60A3A}">
      <dgm:prSet/>
      <dgm:spPr/>
      <dgm:t>
        <a:bodyPr/>
        <a:lstStyle/>
        <a:p>
          <a:endParaRPr lang="en-US"/>
        </a:p>
      </dgm:t>
    </dgm:pt>
    <dgm:pt modelId="{B4EAE9C2-189F-4639-BC61-CC6EF55927E7}" type="pres">
      <dgm:prSet presAssocID="{049BA6D1-3F54-46B9-A726-CEBAE8D64C53}" presName="linear" presStyleCnt="0">
        <dgm:presLayoutVars>
          <dgm:animLvl val="lvl"/>
          <dgm:resizeHandles val="exact"/>
        </dgm:presLayoutVars>
      </dgm:prSet>
      <dgm:spPr/>
    </dgm:pt>
    <dgm:pt modelId="{CB2043C4-3F9C-4A21-BF7C-EB860B0399FF}" type="pres">
      <dgm:prSet presAssocID="{D0390CCA-AB5C-4207-805D-8602683DBC7D}" presName="parentText" presStyleLbl="node1" presStyleIdx="0" presStyleCnt="4">
        <dgm:presLayoutVars>
          <dgm:chMax val="0"/>
          <dgm:bulletEnabled val="1"/>
        </dgm:presLayoutVars>
      </dgm:prSet>
      <dgm:spPr/>
    </dgm:pt>
    <dgm:pt modelId="{B405696C-7F78-455E-8648-C5669ECCE624}" type="pres">
      <dgm:prSet presAssocID="{4D97E9E6-5DBA-4965-9EC4-1C6D10B7B0C8}" presName="spacer" presStyleCnt="0"/>
      <dgm:spPr/>
    </dgm:pt>
    <dgm:pt modelId="{FCE02D16-B203-4088-8E51-CACE0AE1EAB1}" type="pres">
      <dgm:prSet presAssocID="{9BE15E04-A04F-418E-8572-47C9929F6CBD}" presName="parentText" presStyleLbl="node1" presStyleIdx="1" presStyleCnt="4">
        <dgm:presLayoutVars>
          <dgm:chMax val="0"/>
          <dgm:bulletEnabled val="1"/>
        </dgm:presLayoutVars>
      </dgm:prSet>
      <dgm:spPr/>
    </dgm:pt>
    <dgm:pt modelId="{6BFD3CB1-CE2F-4447-93D8-F4C9B15E83D4}" type="pres">
      <dgm:prSet presAssocID="{9A227CE5-989E-4275-BACD-FB81D0D3C23A}" presName="spacer" presStyleCnt="0"/>
      <dgm:spPr/>
    </dgm:pt>
    <dgm:pt modelId="{AD96F8B3-FCF2-45BA-904C-9EC8A46E206A}" type="pres">
      <dgm:prSet presAssocID="{34F11128-4FCA-4481-B2AA-86581F29317F}" presName="parentText" presStyleLbl="node1" presStyleIdx="2" presStyleCnt="4">
        <dgm:presLayoutVars>
          <dgm:chMax val="0"/>
          <dgm:bulletEnabled val="1"/>
        </dgm:presLayoutVars>
      </dgm:prSet>
      <dgm:spPr/>
    </dgm:pt>
    <dgm:pt modelId="{FC7AA0DE-ABD2-44A7-870F-6C976C1F9C61}" type="pres">
      <dgm:prSet presAssocID="{C4F8C07F-99E0-4846-B521-9DE79312D291}" presName="spacer" presStyleCnt="0"/>
      <dgm:spPr/>
    </dgm:pt>
    <dgm:pt modelId="{21F10AB4-A7D6-45E1-83FE-3BF16E1B7B80}" type="pres">
      <dgm:prSet presAssocID="{7DB38C7A-55C5-417A-A3BD-4D4960113AD8}" presName="parentText" presStyleLbl="node1" presStyleIdx="3" presStyleCnt="4">
        <dgm:presLayoutVars>
          <dgm:chMax val="0"/>
          <dgm:bulletEnabled val="1"/>
        </dgm:presLayoutVars>
      </dgm:prSet>
      <dgm:spPr/>
    </dgm:pt>
  </dgm:ptLst>
  <dgm:cxnLst>
    <dgm:cxn modelId="{90204A04-F21A-4D1C-B77C-FFBDC5A5DD60}" type="presOf" srcId="{049BA6D1-3F54-46B9-A726-CEBAE8D64C53}" destId="{B4EAE9C2-189F-4639-BC61-CC6EF55927E7}" srcOrd="0" destOrd="0" presId="urn:microsoft.com/office/officeart/2005/8/layout/vList2"/>
    <dgm:cxn modelId="{D24B625E-C337-483C-8F8F-1249146DC09E}" type="presOf" srcId="{34F11128-4FCA-4481-B2AA-86581F29317F}" destId="{AD96F8B3-FCF2-45BA-904C-9EC8A46E206A}" srcOrd="0" destOrd="0" presId="urn:microsoft.com/office/officeart/2005/8/layout/vList2"/>
    <dgm:cxn modelId="{B580F56F-9187-4D36-814F-4D1CC44C8594}" srcId="{049BA6D1-3F54-46B9-A726-CEBAE8D64C53}" destId="{9BE15E04-A04F-418E-8572-47C9929F6CBD}" srcOrd="1" destOrd="0" parTransId="{60C41FC7-7EFF-4608-B3F4-1568EB3B15FE}" sibTransId="{9A227CE5-989E-4275-BACD-FB81D0D3C23A}"/>
    <dgm:cxn modelId="{E123479A-D584-4594-84D9-7CB128E5EACB}" srcId="{049BA6D1-3F54-46B9-A726-CEBAE8D64C53}" destId="{D0390CCA-AB5C-4207-805D-8602683DBC7D}" srcOrd="0" destOrd="0" parTransId="{203D83EF-1F9C-426A-99F9-16CE63DF233F}" sibTransId="{4D97E9E6-5DBA-4965-9EC4-1C6D10B7B0C8}"/>
    <dgm:cxn modelId="{C56093C3-1565-4D43-8EE1-5087FB632BAE}" type="presOf" srcId="{7DB38C7A-55C5-417A-A3BD-4D4960113AD8}" destId="{21F10AB4-A7D6-45E1-83FE-3BF16E1B7B80}" srcOrd="0" destOrd="0" presId="urn:microsoft.com/office/officeart/2005/8/layout/vList2"/>
    <dgm:cxn modelId="{8EE810CD-E09F-43C6-AC6B-433DC1BA16B1}" type="presOf" srcId="{9BE15E04-A04F-418E-8572-47C9929F6CBD}" destId="{FCE02D16-B203-4088-8E51-CACE0AE1EAB1}" srcOrd="0" destOrd="0" presId="urn:microsoft.com/office/officeart/2005/8/layout/vList2"/>
    <dgm:cxn modelId="{ED5D02D0-C1E6-4596-BD34-50D3D5D60A3A}" srcId="{049BA6D1-3F54-46B9-A726-CEBAE8D64C53}" destId="{7DB38C7A-55C5-417A-A3BD-4D4960113AD8}" srcOrd="3" destOrd="0" parTransId="{329E3D4F-83C8-4828-B0B7-212449E432B8}" sibTransId="{8AFF4BDC-6883-4290-B7D5-247C65EFFFE5}"/>
    <dgm:cxn modelId="{F79991DC-C989-470D-A0EB-DD3551B4C8D9}" type="presOf" srcId="{D0390CCA-AB5C-4207-805D-8602683DBC7D}" destId="{CB2043C4-3F9C-4A21-BF7C-EB860B0399FF}" srcOrd="0" destOrd="0" presId="urn:microsoft.com/office/officeart/2005/8/layout/vList2"/>
    <dgm:cxn modelId="{484967F7-6467-471E-88EE-4C4A6959F1C3}" srcId="{049BA6D1-3F54-46B9-A726-CEBAE8D64C53}" destId="{34F11128-4FCA-4481-B2AA-86581F29317F}" srcOrd="2" destOrd="0" parTransId="{C3D96918-3B16-4948-BADD-BE8BB48F91F8}" sibTransId="{C4F8C07F-99E0-4846-B521-9DE79312D291}"/>
    <dgm:cxn modelId="{78B3B1DE-1F41-4791-B720-96710F38AB03}" type="presParOf" srcId="{B4EAE9C2-189F-4639-BC61-CC6EF55927E7}" destId="{CB2043C4-3F9C-4A21-BF7C-EB860B0399FF}" srcOrd="0" destOrd="0" presId="urn:microsoft.com/office/officeart/2005/8/layout/vList2"/>
    <dgm:cxn modelId="{4B49A1C7-1B04-43BC-A6A0-44E700172EF0}" type="presParOf" srcId="{B4EAE9C2-189F-4639-BC61-CC6EF55927E7}" destId="{B405696C-7F78-455E-8648-C5669ECCE624}" srcOrd="1" destOrd="0" presId="urn:microsoft.com/office/officeart/2005/8/layout/vList2"/>
    <dgm:cxn modelId="{7CF807E8-96C3-49F6-8B27-FE2E5C157318}" type="presParOf" srcId="{B4EAE9C2-189F-4639-BC61-CC6EF55927E7}" destId="{FCE02D16-B203-4088-8E51-CACE0AE1EAB1}" srcOrd="2" destOrd="0" presId="urn:microsoft.com/office/officeart/2005/8/layout/vList2"/>
    <dgm:cxn modelId="{5E1F6398-7C7F-4A92-8361-D33B40ED0E8C}" type="presParOf" srcId="{B4EAE9C2-189F-4639-BC61-CC6EF55927E7}" destId="{6BFD3CB1-CE2F-4447-93D8-F4C9B15E83D4}" srcOrd="3" destOrd="0" presId="urn:microsoft.com/office/officeart/2005/8/layout/vList2"/>
    <dgm:cxn modelId="{64CD7BDD-C30C-4B36-8F62-CD501E21F5E6}" type="presParOf" srcId="{B4EAE9C2-189F-4639-BC61-CC6EF55927E7}" destId="{AD96F8B3-FCF2-45BA-904C-9EC8A46E206A}" srcOrd="4" destOrd="0" presId="urn:microsoft.com/office/officeart/2005/8/layout/vList2"/>
    <dgm:cxn modelId="{D73C967C-9EBD-4E01-A882-2D459BED1135}" type="presParOf" srcId="{B4EAE9C2-189F-4639-BC61-CC6EF55927E7}" destId="{FC7AA0DE-ABD2-44A7-870F-6C976C1F9C61}" srcOrd="5" destOrd="0" presId="urn:microsoft.com/office/officeart/2005/8/layout/vList2"/>
    <dgm:cxn modelId="{4EDE7751-6A71-4085-AFA9-61C3D95F2C35}" type="presParOf" srcId="{B4EAE9C2-189F-4639-BC61-CC6EF55927E7}" destId="{21F10AB4-A7D6-45E1-83FE-3BF16E1B7B8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AC4AC8-05D7-4AEE-80E8-B074EF483241}" type="doc">
      <dgm:prSet loTypeId="urn:microsoft.com/office/officeart/2005/8/layout/vList2" loCatId="list" qsTypeId="urn:microsoft.com/office/officeart/2005/8/quickstyle/simple2" qsCatId="simple" csTypeId="urn:microsoft.com/office/officeart/2005/8/colors/colorful1" csCatId="colorful"/>
      <dgm:spPr/>
      <dgm:t>
        <a:bodyPr/>
        <a:lstStyle/>
        <a:p>
          <a:endParaRPr lang="en-US"/>
        </a:p>
      </dgm:t>
    </dgm:pt>
    <dgm:pt modelId="{1042090C-85F4-4124-96A2-6F5310936E47}">
      <dgm:prSet/>
      <dgm:spPr/>
      <dgm:t>
        <a:bodyPr/>
        <a:lstStyle/>
        <a:p>
          <a:r>
            <a:rPr lang="en-AU"/>
            <a:t>Whether it’s your mobile phone, iPod Touch, iPad, School Tablet, TV in the bedroom…all these electronic devices get used at night when you should be asleep.</a:t>
          </a:r>
          <a:endParaRPr lang="en-US"/>
        </a:p>
      </dgm:t>
    </dgm:pt>
    <dgm:pt modelId="{910E2DEC-5F0B-4B84-876E-94CC24A7ECE6}" type="parTrans" cxnId="{F97DA8AF-11CC-4655-B7F4-378C41879A74}">
      <dgm:prSet/>
      <dgm:spPr/>
      <dgm:t>
        <a:bodyPr/>
        <a:lstStyle/>
        <a:p>
          <a:endParaRPr lang="en-US"/>
        </a:p>
      </dgm:t>
    </dgm:pt>
    <dgm:pt modelId="{D8EE9257-ACEB-4008-8BE3-5839180F69EF}" type="sibTrans" cxnId="{F97DA8AF-11CC-4655-B7F4-378C41879A74}">
      <dgm:prSet/>
      <dgm:spPr/>
      <dgm:t>
        <a:bodyPr/>
        <a:lstStyle/>
        <a:p>
          <a:endParaRPr lang="en-US"/>
        </a:p>
      </dgm:t>
    </dgm:pt>
    <dgm:pt modelId="{7F3A704F-23AC-4156-A5A6-62FEF6F1947A}">
      <dgm:prSet/>
      <dgm:spPr/>
      <dgm:t>
        <a:bodyPr/>
        <a:lstStyle/>
        <a:p>
          <a:r>
            <a:rPr lang="en-AU"/>
            <a:t>Rather than sleeping you are probably chatting and interacting online with your sleep deprived mates – maybe worried that you will miss out on something??</a:t>
          </a:r>
          <a:endParaRPr lang="en-US"/>
        </a:p>
      </dgm:t>
    </dgm:pt>
    <dgm:pt modelId="{C3CBD47D-F08E-4652-B99D-BDDB9B38A854}" type="parTrans" cxnId="{1A171C0D-5501-429A-AB80-7350A539136E}">
      <dgm:prSet/>
      <dgm:spPr/>
      <dgm:t>
        <a:bodyPr/>
        <a:lstStyle/>
        <a:p>
          <a:endParaRPr lang="en-US"/>
        </a:p>
      </dgm:t>
    </dgm:pt>
    <dgm:pt modelId="{DCBD88A8-98E0-455A-A649-2D3ADDD0A0A1}" type="sibTrans" cxnId="{1A171C0D-5501-429A-AB80-7350A539136E}">
      <dgm:prSet/>
      <dgm:spPr/>
      <dgm:t>
        <a:bodyPr/>
        <a:lstStyle/>
        <a:p>
          <a:endParaRPr lang="en-US"/>
        </a:p>
      </dgm:t>
    </dgm:pt>
    <dgm:pt modelId="{CFCFA768-C9A2-4B1F-81A6-4153AE9E8AF2}">
      <dgm:prSet/>
      <dgm:spPr/>
      <dgm:t>
        <a:bodyPr/>
        <a:lstStyle/>
        <a:p>
          <a:r>
            <a:rPr lang="en-AU"/>
            <a:t>It not just this activity that’s stimulating a sleepy brain, but also the light emitted from these electronic screens, particularly short wavelength blue light, further delays sleep by suppressing the sleep hormone melatonin</a:t>
          </a:r>
          <a:endParaRPr lang="en-US"/>
        </a:p>
      </dgm:t>
    </dgm:pt>
    <dgm:pt modelId="{A9507C32-E3EE-4F4B-82B6-04ECB29D9A21}" type="parTrans" cxnId="{9E2C9848-CA4F-4F2C-AC4F-620B7EC38BFD}">
      <dgm:prSet/>
      <dgm:spPr/>
      <dgm:t>
        <a:bodyPr/>
        <a:lstStyle/>
        <a:p>
          <a:endParaRPr lang="en-US"/>
        </a:p>
      </dgm:t>
    </dgm:pt>
    <dgm:pt modelId="{AF9DAD6B-61FA-4052-A096-46EF30F7100E}" type="sibTrans" cxnId="{9E2C9848-CA4F-4F2C-AC4F-620B7EC38BFD}">
      <dgm:prSet/>
      <dgm:spPr/>
      <dgm:t>
        <a:bodyPr/>
        <a:lstStyle/>
        <a:p>
          <a:endParaRPr lang="en-US"/>
        </a:p>
      </dgm:t>
    </dgm:pt>
    <dgm:pt modelId="{980A32CB-0BFE-4654-A8A5-E946E4D83496}" type="pres">
      <dgm:prSet presAssocID="{16AC4AC8-05D7-4AEE-80E8-B074EF483241}" presName="linear" presStyleCnt="0">
        <dgm:presLayoutVars>
          <dgm:animLvl val="lvl"/>
          <dgm:resizeHandles val="exact"/>
        </dgm:presLayoutVars>
      </dgm:prSet>
      <dgm:spPr/>
    </dgm:pt>
    <dgm:pt modelId="{2E57598A-70A4-4CED-AB62-A86F63F5BDB3}" type="pres">
      <dgm:prSet presAssocID="{1042090C-85F4-4124-96A2-6F5310936E47}" presName="parentText" presStyleLbl="node1" presStyleIdx="0" presStyleCnt="3">
        <dgm:presLayoutVars>
          <dgm:chMax val="0"/>
          <dgm:bulletEnabled val="1"/>
        </dgm:presLayoutVars>
      </dgm:prSet>
      <dgm:spPr/>
    </dgm:pt>
    <dgm:pt modelId="{339FC564-0FFD-418F-A8FD-C5A26CC885F5}" type="pres">
      <dgm:prSet presAssocID="{D8EE9257-ACEB-4008-8BE3-5839180F69EF}" presName="spacer" presStyleCnt="0"/>
      <dgm:spPr/>
    </dgm:pt>
    <dgm:pt modelId="{3919DD61-FE03-4A76-A90E-C9EB03E0281E}" type="pres">
      <dgm:prSet presAssocID="{7F3A704F-23AC-4156-A5A6-62FEF6F1947A}" presName="parentText" presStyleLbl="node1" presStyleIdx="1" presStyleCnt="3">
        <dgm:presLayoutVars>
          <dgm:chMax val="0"/>
          <dgm:bulletEnabled val="1"/>
        </dgm:presLayoutVars>
      </dgm:prSet>
      <dgm:spPr/>
    </dgm:pt>
    <dgm:pt modelId="{5823651F-F74E-4BD9-9340-9AFA201EA4DA}" type="pres">
      <dgm:prSet presAssocID="{DCBD88A8-98E0-455A-A649-2D3ADDD0A0A1}" presName="spacer" presStyleCnt="0"/>
      <dgm:spPr/>
    </dgm:pt>
    <dgm:pt modelId="{12FB7112-A267-4201-85E3-ECEA26AF674E}" type="pres">
      <dgm:prSet presAssocID="{CFCFA768-C9A2-4B1F-81A6-4153AE9E8AF2}" presName="parentText" presStyleLbl="node1" presStyleIdx="2" presStyleCnt="3">
        <dgm:presLayoutVars>
          <dgm:chMax val="0"/>
          <dgm:bulletEnabled val="1"/>
        </dgm:presLayoutVars>
      </dgm:prSet>
      <dgm:spPr/>
    </dgm:pt>
  </dgm:ptLst>
  <dgm:cxnLst>
    <dgm:cxn modelId="{1A171C0D-5501-429A-AB80-7350A539136E}" srcId="{16AC4AC8-05D7-4AEE-80E8-B074EF483241}" destId="{7F3A704F-23AC-4156-A5A6-62FEF6F1947A}" srcOrd="1" destOrd="0" parTransId="{C3CBD47D-F08E-4652-B99D-BDDB9B38A854}" sibTransId="{DCBD88A8-98E0-455A-A649-2D3ADDD0A0A1}"/>
    <dgm:cxn modelId="{0AF7311B-CB03-4D20-88E7-6621A376B948}" type="presOf" srcId="{1042090C-85F4-4124-96A2-6F5310936E47}" destId="{2E57598A-70A4-4CED-AB62-A86F63F5BDB3}" srcOrd="0" destOrd="0" presId="urn:microsoft.com/office/officeart/2005/8/layout/vList2"/>
    <dgm:cxn modelId="{9E2C9848-CA4F-4F2C-AC4F-620B7EC38BFD}" srcId="{16AC4AC8-05D7-4AEE-80E8-B074EF483241}" destId="{CFCFA768-C9A2-4B1F-81A6-4153AE9E8AF2}" srcOrd="2" destOrd="0" parTransId="{A9507C32-E3EE-4F4B-82B6-04ECB29D9A21}" sibTransId="{AF9DAD6B-61FA-4052-A096-46EF30F7100E}"/>
    <dgm:cxn modelId="{F97DA8AF-11CC-4655-B7F4-378C41879A74}" srcId="{16AC4AC8-05D7-4AEE-80E8-B074EF483241}" destId="{1042090C-85F4-4124-96A2-6F5310936E47}" srcOrd="0" destOrd="0" parTransId="{910E2DEC-5F0B-4B84-876E-94CC24A7ECE6}" sibTransId="{D8EE9257-ACEB-4008-8BE3-5839180F69EF}"/>
    <dgm:cxn modelId="{F8DC83C3-BD7A-4A6D-B178-383143E12A05}" type="presOf" srcId="{CFCFA768-C9A2-4B1F-81A6-4153AE9E8AF2}" destId="{12FB7112-A267-4201-85E3-ECEA26AF674E}" srcOrd="0" destOrd="0" presId="urn:microsoft.com/office/officeart/2005/8/layout/vList2"/>
    <dgm:cxn modelId="{D4C2E1E3-71A9-4C4B-BDDD-3A70ACF85CF8}" type="presOf" srcId="{7F3A704F-23AC-4156-A5A6-62FEF6F1947A}" destId="{3919DD61-FE03-4A76-A90E-C9EB03E0281E}" srcOrd="0" destOrd="0" presId="urn:microsoft.com/office/officeart/2005/8/layout/vList2"/>
    <dgm:cxn modelId="{88F69EE7-96C1-425E-BB54-33EE3F3FBFA6}" type="presOf" srcId="{16AC4AC8-05D7-4AEE-80E8-B074EF483241}" destId="{980A32CB-0BFE-4654-A8A5-E946E4D83496}" srcOrd="0" destOrd="0" presId="urn:microsoft.com/office/officeart/2005/8/layout/vList2"/>
    <dgm:cxn modelId="{D47898C0-95B4-4AD6-8340-DE5BB8234788}" type="presParOf" srcId="{980A32CB-0BFE-4654-A8A5-E946E4D83496}" destId="{2E57598A-70A4-4CED-AB62-A86F63F5BDB3}" srcOrd="0" destOrd="0" presId="urn:microsoft.com/office/officeart/2005/8/layout/vList2"/>
    <dgm:cxn modelId="{30892F54-68D4-479D-A22A-69D0ABC3F4FD}" type="presParOf" srcId="{980A32CB-0BFE-4654-A8A5-E946E4D83496}" destId="{339FC564-0FFD-418F-A8FD-C5A26CC885F5}" srcOrd="1" destOrd="0" presId="urn:microsoft.com/office/officeart/2005/8/layout/vList2"/>
    <dgm:cxn modelId="{A12E5C2F-DC46-4FAA-AF3A-E61B69EF1BD6}" type="presParOf" srcId="{980A32CB-0BFE-4654-A8A5-E946E4D83496}" destId="{3919DD61-FE03-4A76-A90E-C9EB03E0281E}" srcOrd="2" destOrd="0" presId="urn:microsoft.com/office/officeart/2005/8/layout/vList2"/>
    <dgm:cxn modelId="{3FB72B6C-F44A-4CBB-9BEC-4AB77F9126EB}" type="presParOf" srcId="{980A32CB-0BFE-4654-A8A5-E946E4D83496}" destId="{5823651F-F74E-4BD9-9340-9AFA201EA4DA}" srcOrd="3" destOrd="0" presId="urn:microsoft.com/office/officeart/2005/8/layout/vList2"/>
    <dgm:cxn modelId="{5594123E-82AF-4121-8F6F-1BF04C48AA1E}" type="presParOf" srcId="{980A32CB-0BFE-4654-A8A5-E946E4D83496}" destId="{12FB7112-A267-4201-85E3-ECEA26AF674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1E2FF8-1887-49C8-B979-3BF39F3C30C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12F670A-7028-40BE-99F7-8C36DECB98B4}">
      <dgm:prSet/>
      <dgm:spPr/>
      <dgm:t>
        <a:bodyPr/>
        <a:lstStyle/>
        <a:p>
          <a:r>
            <a:rPr lang="en-AU"/>
            <a:t>A recent study published in the Journal of Adolescent Health found </a:t>
          </a:r>
          <a:r>
            <a:rPr lang="en-AU" b="1"/>
            <a:t>70%</a:t>
          </a:r>
          <a:r>
            <a:rPr lang="en-AU"/>
            <a:t> of high school students don’t get enough sleep on school nights. </a:t>
          </a:r>
          <a:endParaRPr lang="en-US"/>
        </a:p>
      </dgm:t>
    </dgm:pt>
    <dgm:pt modelId="{7B6AAF0A-8012-4116-AD45-FC5BF635FBD5}" type="parTrans" cxnId="{55563B92-5A69-42E4-9A92-D3993122DD3B}">
      <dgm:prSet/>
      <dgm:spPr/>
      <dgm:t>
        <a:bodyPr/>
        <a:lstStyle/>
        <a:p>
          <a:endParaRPr lang="en-US"/>
        </a:p>
      </dgm:t>
    </dgm:pt>
    <dgm:pt modelId="{FBE9AC27-937E-4441-AC62-FC7B5AAB7F67}" type="sibTrans" cxnId="{55563B92-5A69-42E4-9A92-D3993122DD3B}">
      <dgm:prSet/>
      <dgm:spPr/>
      <dgm:t>
        <a:bodyPr/>
        <a:lstStyle/>
        <a:p>
          <a:endParaRPr lang="en-US"/>
        </a:p>
      </dgm:t>
    </dgm:pt>
    <dgm:pt modelId="{4EAFF37E-4647-4D0B-A4FC-ED42974C32A1}">
      <dgm:prSet/>
      <dgm:spPr/>
      <dgm:t>
        <a:bodyPr/>
        <a:lstStyle/>
        <a:p>
          <a:r>
            <a:rPr lang="en-AU"/>
            <a:t>What does lack of sleep affect?</a:t>
          </a:r>
          <a:endParaRPr lang="en-US"/>
        </a:p>
      </dgm:t>
    </dgm:pt>
    <dgm:pt modelId="{DE6EA9F5-CC5F-4714-9AA1-D6D613438254}" type="parTrans" cxnId="{2C47013B-AF97-477E-BEA2-B3630DE4F243}">
      <dgm:prSet/>
      <dgm:spPr/>
      <dgm:t>
        <a:bodyPr/>
        <a:lstStyle/>
        <a:p>
          <a:endParaRPr lang="en-US"/>
        </a:p>
      </dgm:t>
    </dgm:pt>
    <dgm:pt modelId="{E6AA1AB8-AD9C-454B-9B93-25A50C989DFE}" type="sibTrans" cxnId="{2C47013B-AF97-477E-BEA2-B3630DE4F243}">
      <dgm:prSet/>
      <dgm:spPr/>
      <dgm:t>
        <a:bodyPr/>
        <a:lstStyle/>
        <a:p>
          <a:endParaRPr lang="en-US"/>
        </a:p>
      </dgm:t>
    </dgm:pt>
    <dgm:pt modelId="{9B936F80-F2CE-4744-A79B-E5F367BDC143}" type="pres">
      <dgm:prSet presAssocID="{D41E2FF8-1887-49C8-B979-3BF39F3C30C8}" presName="root" presStyleCnt="0">
        <dgm:presLayoutVars>
          <dgm:dir/>
          <dgm:resizeHandles val="exact"/>
        </dgm:presLayoutVars>
      </dgm:prSet>
      <dgm:spPr/>
    </dgm:pt>
    <dgm:pt modelId="{6F393E08-566C-4178-9D8A-5889E20B93DC}" type="pres">
      <dgm:prSet presAssocID="{C12F670A-7028-40BE-99F7-8C36DECB98B4}" presName="compNode" presStyleCnt="0"/>
      <dgm:spPr/>
    </dgm:pt>
    <dgm:pt modelId="{FA052EC4-ABAF-4A7E-B03E-441ED61DC9D6}" type="pres">
      <dgm:prSet presAssocID="{C12F670A-7028-40BE-99F7-8C36DECB98B4}" presName="bgRect" presStyleLbl="bgShp" presStyleIdx="0" presStyleCnt="2"/>
      <dgm:spPr/>
    </dgm:pt>
    <dgm:pt modelId="{7BD118AD-224B-4665-84EF-30C8D3E1D556}" type="pres">
      <dgm:prSet presAssocID="{C12F670A-7028-40BE-99F7-8C36DECB98B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ooks"/>
        </a:ext>
      </dgm:extLst>
    </dgm:pt>
    <dgm:pt modelId="{144A5EED-9CF4-4F3A-B48F-44FD7454DD1C}" type="pres">
      <dgm:prSet presAssocID="{C12F670A-7028-40BE-99F7-8C36DECB98B4}" presName="spaceRect" presStyleCnt="0"/>
      <dgm:spPr/>
    </dgm:pt>
    <dgm:pt modelId="{FFBBC37B-B8AE-4818-B40D-CE9B69426E45}" type="pres">
      <dgm:prSet presAssocID="{C12F670A-7028-40BE-99F7-8C36DECB98B4}" presName="parTx" presStyleLbl="revTx" presStyleIdx="0" presStyleCnt="2">
        <dgm:presLayoutVars>
          <dgm:chMax val="0"/>
          <dgm:chPref val="0"/>
        </dgm:presLayoutVars>
      </dgm:prSet>
      <dgm:spPr/>
    </dgm:pt>
    <dgm:pt modelId="{1E00F0D9-D68F-4F36-980B-30AB456DB3F3}" type="pres">
      <dgm:prSet presAssocID="{FBE9AC27-937E-4441-AC62-FC7B5AAB7F67}" presName="sibTrans" presStyleCnt="0"/>
      <dgm:spPr/>
    </dgm:pt>
    <dgm:pt modelId="{6D6ADF89-D9A8-49CC-AD61-CFA45EB5B464}" type="pres">
      <dgm:prSet presAssocID="{4EAFF37E-4647-4D0B-A4FC-ED42974C32A1}" presName="compNode" presStyleCnt="0"/>
      <dgm:spPr/>
    </dgm:pt>
    <dgm:pt modelId="{DC41531F-41A2-4ED3-896A-6031AFA97E71}" type="pres">
      <dgm:prSet presAssocID="{4EAFF37E-4647-4D0B-A4FC-ED42974C32A1}" presName="bgRect" presStyleLbl="bgShp" presStyleIdx="1" presStyleCnt="2"/>
      <dgm:spPr/>
    </dgm:pt>
    <dgm:pt modelId="{F23E4B47-C4AB-4B9B-832C-B7BD1FF79F5A}" type="pres">
      <dgm:prSet presAssocID="{4EAFF37E-4647-4D0B-A4FC-ED42974C32A1}"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leep"/>
        </a:ext>
      </dgm:extLst>
    </dgm:pt>
    <dgm:pt modelId="{38983187-DFC4-4801-8686-09EB1E883FCB}" type="pres">
      <dgm:prSet presAssocID="{4EAFF37E-4647-4D0B-A4FC-ED42974C32A1}" presName="spaceRect" presStyleCnt="0"/>
      <dgm:spPr/>
    </dgm:pt>
    <dgm:pt modelId="{F7031289-B59C-468A-96D4-CAC57474C7D5}" type="pres">
      <dgm:prSet presAssocID="{4EAFF37E-4647-4D0B-A4FC-ED42974C32A1}" presName="parTx" presStyleLbl="revTx" presStyleIdx="1" presStyleCnt="2">
        <dgm:presLayoutVars>
          <dgm:chMax val="0"/>
          <dgm:chPref val="0"/>
        </dgm:presLayoutVars>
      </dgm:prSet>
      <dgm:spPr/>
    </dgm:pt>
  </dgm:ptLst>
  <dgm:cxnLst>
    <dgm:cxn modelId="{EB23210A-2DC2-4F13-964C-507D0E4B033B}" type="presOf" srcId="{C12F670A-7028-40BE-99F7-8C36DECB98B4}" destId="{FFBBC37B-B8AE-4818-B40D-CE9B69426E45}" srcOrd="0" destOrd="0" presId="urn:microsoft.com/office/officeart/2018/2/layout/IconVerticalSolidList"/>
    <dgm:cxn modelId="{2C47013B-AF97-477E-BEA2-B3630DE4F243}" srcId="{D41E2FF8-1887-49C8-B979-3BF39F3C30C8}" destId="{4EAFF37E-4647-4D0B-A4FC-ED42974C32A1}" srcOrd="1" destOrd="0" parTransId="{DE6EA9F5-CC5F-4714-9AA1-D6D613438254}" sibTransId="{E6AA1AB8-AD9C-454B-9B93-25A50C989DFE}"/>
    <dgm:cxn modelId="{8AE3363C-93D3-42C0-A4D3-126E73335655}" type="presOf" srcId="{D41E2FF8-1887-49C8-B979-3BF39F3C30C8}" destId="{9B936F80-F2CE-4744-A79B-E5F367BDC143}" srcOrd="0" destOrd="0" presId="urn:microsoft.com/office/officeart/2018/2/layout/IconVerticalSolidList"/>
    <dgm:cxn modelId="{9B5B436E-D784-4F9E-841B-5E2E76F03A9C}" type="presOf" srcId="{4EAFF37E-4647-4D0B-A4FC-ED42974C32A1}" destId="{F7031289-B59C-468A-96D4-CAC57474C7D5}" srcOrd="0" destOrd="0" presId="urn:microsoft.com/office/officeart/2018/2/layout/IconVerticalSolidList"/>
    <dgm:cxn modelId="{55563B92-5A69-42E4-9A92-D3993122DD3B}" srcId="{D41E2FF8-1887-49C8-B979-3BF39F3C30C8}" destId="{C12F670A-7028-40BE-99F7-8C36DECB98B4}" srcOrd="0" destOrd="0" parTransId="{7B6AAF0A-8012-4116-AD45-FC5BF635FBD5}" sibTransId="{FBE9AC27-937E-4441-AC62-FC7B5AAB7F67}"/>
    <dgm:cxn modelId="{84E183CA-71F5-42F7-8593-D2E7ECD8BC41}" type="presParOf" srcId="{9B936F80-F2CE-4744-A79B-E5F367BDC143}" destId="{6F393E08-566C-4178-9D8A-5889E20B93DC}" srcOrd="0" destOrd="0" presId="urn:microsoft.com/office/officeart/2018/2/layout/IconVerticalSolidList"/>
    <dgm:cxn modelId="{BB84C4D4-79F0-4E3A-9F7C-B7EECF8782D8}" type="presParOf" srcId="{6F393E08-566C-4178-9D8A-5889E20B93DC}" destId="{FA052EC4-ABAF-4A7E-B03E-441ED61DC9D6}" srcOrd="0" destOrd="0" presId="urn:microsoft.com/office/officeart/2018/2/layout/IconVerticalSolidList"/>
    <dgm:cxn modelId="{0E5D197A-7990-4D10-BC31-E3389F886319}" type="presParOf" srcId="{6F393E08-566C-4178-9D8A-5889E20B93DC}" destId="{7BD118AD-224B-4665-84EF-30C8D3E1D556}" srcOrd="1" destOrd="0" presId="urn:microsoft.com/office/officeart/2018/2/layout/IconVerticalSolidList"/>
    <dgm:cxn modelId="{A799711B-2D93-4910-B2DF-6C8C28048655}" type="presParOf" srcId="{6F393E08-566C-4178-9D8A-5889E20B93DC}" destId="{144A5EED-9CF4-4F3A-B48F-44FD7454DD1C}" srcOrd="2" destOrd="0" presId="urn:microsoft.com/office/officeart/2018/2/layout/IconVerticalSolidList"/>
    <dgm:cxn modelId="{7B20D591-4C35-48A7-B4A2-11211FEB7183}" type="presParOf" srcId="{6F393E08-566C-4178-9D8A-5889E20B93DC}" destId="{FFBBC37B-B8AE-4818-B40D-CE9B69426E45}" srcOrd="3" destOrd="0" presId="urn:microsoft.com/office/officeart/2018/2/layout/IconVerticalSolidList"/>
    <dgm:cxn modelId="{ADFC58E1-099A-448A-A850-1894A4A281D2}" type="presParOf" srcId="{9B936F80-F2CE-4744-A79B-E5F367BDC143}" destId="{1E00F0D9-D68F-4F36-980B-30AB456DB3F3}" srcOrd="1" destOrd="0" presId="urn:microsoft.com/office/officeart/2018/2/layout/IconVerticalSolidList"/>
    <dgm:cxn modelId="{B719ACFF-DEB8-40AA-8849-7FF19A211E8B}" type="presParOf" srcId="{9B936F80-F2CE-4744-A79B-E5F367BDC143}" destId="{6D6ADF89-D9A8-49CC-AD61-CFA45EB5B464}" srcOrd="2" destOrd="0" presId="urn:microsoft.com/office/officeart/2018/2/layout/IconVerticalSolidList"/>
    <dgm:cxn modelId="{99464755-CC66-49F9-8452-37B1A1067BAE}" type="presParOf" srcId="{6D6ADF89-D9A8-49CC-AD61-CFA45EB5B464}" destId="{DC41531F-41A2-4ED3-896A-6031AFA97E71}" srcOrd="0" destOrd="0" presId="urn:microsoft.com/office/officeart/2018/2/layout/IconVerticalSolidList"/>
    <dgm:cxn modelId="{E0ECF589-32D9-4109-99CF-85A8681965ED}" type="presParOf" srcId="{6D6ADF89-D9A8-49CC-AD61-CFA45EB5B464}" destId="{F23E4B47-C4AB-4B9B-832C-B7BD1FF79F5A}" srcOrd="1" destOrd="0" presId="urn:microsoft.com/office/officeart/2018/2/layout/IconVerticalSolidList"/>
    <dgm:cxn modelId="{BB8BD78B-4E7E-4D68-9C0B-EF2F79BC1FBB}" type="presParOf" srcId="{6D6ADF89-D9A8-49CC-AD61-CFA45EB5B464}" destId="{38983187-DFC4-4801-8686-09EB1E883FCB}" srcOrd="2" destOrd="0" presId="urn:microsoft.com/office/officeart/2018/2/layout/IconVerticalSolidList"/>
    <dgm:cxn modelId="{34A7BB04-2F29-437E-9A20-D9BFC95C2154}" type="presParOf" srcId="{6D6ADF89-D9A8-49CC-AD61-CFA45EB5B464}" destId="{F7031289-B59C-468A-96D4-CAC57474C7D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2CB5EA-3228-42A9-9E85-11F43D9C0878}">
      <dsp:nvSpPr>
        <dsp:cNvPr id="0" name=""/>
        <dsp:cNvSpPr/>
      </dsp:nvSpPr>
      <dsp:spPr>
        <a:xfrm>
          <a:off x="0" y="332576"/>
          <a:ext cx="5886291" cy="1386632"/>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Changes in Circadian Rhythm </a:t>
          </a:r>
          <a:endParaRPr lang="en-US" sz="1600" kern="1200"/>
        </a:p>
      </dsp:txBody>
      <dsp:txXfrm>
        <a:off x="67690" y="400266"/>
        <a:ext cx="5750911" cy="1251252"/>
      </dsp:txXfrm>
    </dsp:sp>
    <dsp:sp modelId="{53B50A29-718C-4358-9405-E8B9A6E0FCD4}">
      <dsp:nvSpPr>
        <dsp:cNvPr id="0" name=""/>
        <dsp:cNvSpPr/>
      </dsp:nvSpPr>
      <dsp:spPr>
        <a:xfrm>
          <a:off x="0" y="1765289"/>
          <a:ext cx="5886291" cy="1386632"/>
        </a:xfrm>
        <a:prstGeom prst="roundRect">
          <a:avLst/>
        </a:prstGeom>
        <a:solidFill>
          <a:schemeClr val="accent5">
            <a:hueOff val="-1002469"/>
            <a:satOff val="551"/>
            <a:lumOff val="26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Medical experts know that during adolescence, the body's circadian rhythm (sort of like an internal biological clock) is temporarily reset, telling the teenage brain to fall asleep later and wake up later.</a:t>
          </a:r>
          <a:endParaRPr lang="en-US" sz="1600" kern="1200"/>
        </a:p>
      </dsp:txBody>
      <dsp:txXfrm>
        <a:off x="67690" y="1832979"/>
        <a:ext cx="5750911" cy="1251252"/>
      </dsp:txXfrm>
    </dsp:sp>
    <dsp:sp modelId="{829324E9-88AF-442A-95A1-2302229D1320}">
      <dsp:nvSpPr>
        <dsp:cNvPr id="0" name=""/>
        <dsp:cNvSpPr/>
      </dsp:nvSpPr>
      <dsp:spPr>
        <a:xfrm>
          <a:off x="0" y="3198001"/>
          <a:ext cx="5886291" cy="1386632"/>
        </a:xfrm>
        <a:prstGeom prst="roundRect">
          <a:avLst/>
        </a:prstGeom>
        <a:solidFill>
          <a:schemeClr val="accent5">
            <a:hueOff val="-2004937"/>
            <a:satOff val="1102"/>
            <a:lumOff val="5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This change is due to the brain hormone melatonin being produced later at night for teens, than it is for young kids and adults. Melatonin increases in a cyclic fashion at night making you feel sleepy. For teens, this delay in the release of melatonin can actually make it harder for teens to fall asleep at the right time.</a:t>
          </a:r>
          <a:endParaRPr lang="en-US" sz="1600" kern="1200"/>
        </a:p>
      </dsp:txBody>
      <dsp:txXfrm>
        <a:off x="67690" y="3265691"/>
        <a:ext cx="5750911" cy="1251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342AD6-A6DF-48E1-8513-5D0943B63949}">
      <dsp:nvSpPr>
        <dsp:cNvPr id="0" name=""/>
        <dsp:cNvSpPr/>
      </dsp:nvSpPr>
      <dsp:spPr>
        <a:xfrm>
          <a:off x="0" y="4462"/>
          <a:ext cx="5886291" cy="140708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97AECD-3140-47F4-8BAF-36EF5E2113F0}">
      <dsp:nvSpPr>
        <dsp:cNvPr id="0" name=""/>
        <dsp:cNvSpPr/>
      </dsp:nvSpPr>
      <dsp:spPr>
        <a:xfrm>
          <a:off x="425644" y="321057"/>
          <a:ext cx="774655" cy="7738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8F087C0-5129-422B-B100-8C35DBE722C0}">
      <dsp:nvSpPr>
        <dsp:cNvPr id="0" name=""/>
        <dsp:cNvSpPr/>
      </dsp:nvSpPr>
      <dsp:spPr>
        <a:xfrm>
          <a:off x="1625944" y="4462"/>
          <a:ext cx="4196642" cy="1408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063" tIns="149063" rIns="149063" bIns="149063" numCol="1" spcCol="1270" anchor="ctr" anchorCtr="0">
          <a:noAutofit/>
        </a:bodyPr>
        <a:lstStyle/>
        <a:p>
          <a:pPr marL="0" lvl="0" indent="0" algn="l" defTabSz="622300">
            <a:lnSpc>
              <a:spcPct val="90000"/>
            </a:lnSpc>
            <a:spcBef>
              <a:spcPct val="0"/>
            </a:spcBef>
            <a:spcAft>
              <a:spcPct val="35000"/>
            </a:spcAft>
            <a:buNone/>
          </a:pPr>
          <a:r>
            <a:rPr lang="en-AU" sz="1400" u="sng" kern="1200"/>
            <a:t>How much you sleep depends on your age.</a:t>
          </a:r>
          <a:endParaRPr lang="en-US" sz="1400" kern="1200"/>
        </a:p>
      </dsp:txBody>
      <dsp:txXfrm>
        <a:off x="1625944" y="4462"/>
        <a:ext cx="4196642" cy="1408464"/>
      </dsp:txXfrm>
    </dsp:sp>
    <dsp:sp modelId="{AC117B84-E282-4F53-8AE6-6EB3F1F5E7F5}">
      <dsp:nvSpPr>
        <dsp:cNvPr id="0" name=""/>
        <dsp:cNvSpPr/>
      </dsp:nvSpPr>
      <dsp:spPr>
        <a:xfrm>
          <a:off x="0" y="1754373"/>
          <a:ext cx="5886291" cy="140708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1C6DC-358A-4DED-A615-A27D7BFBC0AC}">
      <dsp:nvSpPr>
        <dsp:cNvPr id="0" name=""/>
        <dsp:cNvSpPr/>
      </dsp:nvSpPr>
      <dsp:spPr>
        <a:xfrm>
          <a:off x="425644" y="2070968"/>
          <a:ext cx="774655" cy="7738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C88559D-066C-4471-A65B-D0ECC4E70637}">
      <dsp:nvSpPr>
        <dsp:cNvPr id="0" name=""/>
        <dsp:cNvSpPr/>
      </dsp:nvSpPr>
      <dsp:spPr>
        <a:xfrm>
          <a:off x="1625944" y="1754373"/>
          <a:ext cx="4196642" cy="1408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063" tIns="149063" rIns="149063" bIns="149063" numCol="1" spcCol="1270" anchor="ctr" anchorCtr="0">
          <a:noAutofit/>
        </a:bodyPr>
        <a:lstStyle/>
        <a:p>
          <a:pPr marL="0" lvl="0" indent="0" algn="l" defTabSz="622300">
            <a:lnSpc>
              <a:spcPct val="90000"/>
            </a:lnSpc>
            <a:spcBef>
              <a:spcPct val="0"/>
            </a:spcBef>
            <a:spcAft>
              <a:spcPct val="35000"/>
            </a:spcAft>
            <a:buNone/>
          </a:pPr>
          <a:r>
            <a:rPr lang="en-AU" sz="1400" kern="1200"/>
            <a:t>From age 12 to 18 the </a:t>
          </a:r>
          <a:r>
            <a:rPr lang="en-AU" sz="1400" b="1" kern="1200"/>
            <a:t>amount</a:t>
          </a:r>
          <a:r>
            <a:rPr lang="en-AU" sz="1400" kern="1200"/>
            <a:t> of sleep biologically required plateaus at around 9 hours per night. The teenage years are actually the only time in our human lifespan when sleep does not decrease with advancing age. So whether you are 12 or 18 years, you still need around 9 hours sleep on average.</a:t>
          </a:r>
          <a:endParaRPr lang="en-US" sz="1400" kern="1200"/>
        </a:p>
      </dsp:txBody>
      <dsp:txXfrm>
        <a:off x="1625944" y="1754373"/>
        <a:ext cx="4196642" cy="1408464"/>
      </dsp:txXfrm>
    </dsp:sp>
    <dsp:sp modelId="{39C56523-F3F4-46B7-8D3D-074D589C588E}">
      <dsp:nvSpPr>
        <dsp:cNvPr id="0" name=""/>
        <dsp:cNvSpPr/>
      </dsp:nvSpPr>
      <dsp:spPr>
        <a:xfrm>
          <a:off x="0" y="3504283"/>
          <a:ext cx="5886291" cy="140708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E62F39-C38E-4687-B5F3-FBCF256A8842}">
      <dsp:nvSpPr>
        <dsp:cNvPr id="0" name=""/>
        <dsp:cNvSpPr/>
      </dsp:nvSpPr>
      <dsp:spPr>
        <a:xfrm>
          <a:off x="425644" y="3820879"/>
          <a:ext cx="774655" cy="77389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8F5A3F-6B4B-4334-BB23-02F4B62F5F57}">
      <dsp:nvSpPr>
        <dsp:cNvPr id="0" name=""/>
        <dsp:cNvSpPr/>
      </dsp:nvSpPr>
      <dsp:spPr>
        <a:xfrm>
          <a:off x="1625944" y="3504283"/>
          <a:ext cx="4196642" cy="1408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063" tIns="149063" rIns="149063" bIns="149063" numCol="1" spcCol="1270" anchor="ctr" anchorCtr="0">
          <a:noAutofit/>
        </a:bodyPr>
        <a:lstStyle/>
        <a:p>
          <a:pPr marL="0" lvl="0" indent="0" algn="l" defTabSz="622300">
            <a:lnSpc>
              <a:spcPct val="90000"/>
            </a:lnSpc>
            <a:spcBef>
              <a:spcPct val="0"/>
            </a:spcBef>
            <a:spcAft>
              <a:spcPct val="35000"/>
            </a:spcAft>
            <a:buNone/>
          </a:pPr>
          <a:r>
            <a:rPr lang="en-AU" sz="1400" kern="1200"/>
            <a:t>http://www.sleepshack.com.au</a:t>
          </a:r>
          <a:endParaRPr lang="en-US" sz="1400" kern="1200"/>
        </a:p>
      </dsp:txBody>
      <dsp:txXfrm>
        <a:off x="1625944" y="3504283"/>
        <a:ext cx="4196642" cy="1408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043C4-3F9C-4A21-BF7C-EB860B0399FF}">
      <dsp:nvSpPr>
        <dsp:cNvPr id="0" name=""/>
        <dsp:cNvSpPr/>
      </dsp:nvSpPr>
      <dsp:spPr>
        <a:xfrm>
          <a:off x="0" y="134580"/>
          <a:ext cx="5886291" cy="1118812"/>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AU" sz="2000" kern="1200"/>
            <a:t>Teenagers are busy! This has a critical effect on how much sleep you get:</a:t>
          </a:r>
          <a:endParaRPr lang="en-US" sz="2000" kern="1200"/>
        </a:p>
      </dsp:txBody>
      <dsp:txXfrm>
        <a:off x="54616" y="189196"/>
        <a:ext cx="5777059" cy="1009580"/>
      </dsp:txXfrm>
    </dsp:sp>
    <dsp:sp modelId="{FCE02D16-B203-4088-8E51-CACE0AE1EAB1}">
      <dsp:nvSpPr>
        <dsp:cNvPr id="0" name=""/>
        <dsp:cNvSpPr/>
      </dsp:nvSpPr>
      <dsp:spPr>
        <a:xfrm>
          <a:off x="0" y="1310993"/>
          <a:ext cx="5886291" cy="1118812"/>
        </a:xfrm>
        <a:prstGeom prst="roundRect">
          <a:avLst/>
        </a:prstGeom>
        <a:solidFill>
          <a:schemeClr val="accent5">
            <a:hueOff val="-668312"/>
            <a:satOff val="367"/>
            <a:lumOff val="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AU" sz="2000" kern="1200"/>
            <a:t>Early start times in schools – if you fall asleep late you still have to get up early for school, meaning you might only squeeze in 6 or 7 hours of sleep a night.</a:t>
          </a:r>
          <a:endParaRPr lang="en-US" sz="2000" kern="1200"/>
        </a:p>
      </dsp:txBody>
      <dsp:txXfrm>
        <a:off x="54616" y="1365609"/>
        <a:ext cx="5777059" cy="1009580"/>
      </dsp:txXfrm>
    </dsp:sp>
    <dsp:sp modelId="{AD96F8B3-FCF2-45BA-904C-9EC8A46E206A}">
      <dsp:nvSpPr>
        <dsp:cNvPr id="0" name=""/>
        <dsp:cNvSpPr/>
      </dsp:nvSpPr>
      <dsp:spPr>
        <a:xfrm>
          <a:off x="0" y="2487405"/>
          <a:ext cx="5886291" cy="1118812"/>
        </a:xfrm>
        <a:prstGeom prst="roundRect">
          <a:avLst/>
        </a:prstGeom>
        <a:solidFill>
          <a:schemeClr val="accent5">
            <a:hueOff val="-1336625"/>
            <a:satOff val="735"/>
            <a:lumOff val="35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AU" sz="2000" kern="1200"/>
            <a:t>Other time demands in the evening or early morning such as sport, part-time jobs, catching up with friends.</a:t>
          </a:r>
          <a:endParaRPr lang="en-US" sz="2000" kern="1200"/>
        </a:p>
      </dsp:txBody>
      <dsp:txXfrm>
        <a:off x="54616" y="2542021"/>
        <a:ext cx="5777059" cy="1009580"/>
      </dsp:txXfrm>
    </dsp:sp>
    <dsp:sp modelId="{21F10AB4-A7D6-45E1-83FE-3BF16E1B7B80}">
      <dsp:nvSpPr>
        <dsp:cNvPr id="0" name=""/>
        <dsp:cNvSpPr/>
      </dsp:nvSpPr>
      <dsp:spPr>
        <a:xfrm>
          <a:off x="0" y="3663818"/>
          <a:ext cx="5886291" cy="1118812"/>
        </a:xfrm>
        <a:prstGeom prst="roundRect">
          <a:avLst/>
        </a:prstGeom>
        <a:solidFill>
          <a:schemeClr val="accent5">
            <a:hueOff val="-2004937"/>
            <a:satOff val="1102"/>
            <a:lumOff val="5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AU" sz="2000" kern="1200"/>
            <a:t>Homework/Study- Often the need to study and do homework (CATs!) extends into the night once dinner is over.</a:t>
          </a:r>
          <a:endParaRPr lang="en-US" sz="2000" kern="1200"/>
        </a:p>
      </dsp:txBody>
      <dsp:txXfrm>
        <a:off x="54616" y="3718434"/>
        <a:ext cx="5777059" cy="10095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57598A-70A4-4CED-AB62-A86F63F5BDB3}">
      <dsp:nvSpPr>
        <dsp:cNvPr id="0" name=""/>
        <dsp:cNvSpPr/>
      </dsp:nvSpPr>
      <dsp:spPr>
        <a:xfrm>
          <a:off x="0" y="458726"/>
          <a:ext cx="6282266" cy="879840"/>
        </a:xfrm>
        <a:prstGeom prst="round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Whether it’s your mobile phone, iPod Touch, iPad, School Tablet, TV in the bedroom…all these electronic devices get used at night when you should be asleep.</a:t>
          </a:r>
          <a:endParaRPr lang="en-US" sz="1600" kern="1200"/>
        </a:p>
      </dsp:txBody>
      <dsp:txXfrm>
        <a:off x="42950" y="501676"/>
        <a:ext cx="6196366" cy="793940"/>
      </dsp:txXfrm>
    </dsp:sp>
    <dsp:sp modelId="{3919DD61-FE03-4A76-A90E-C9EB03E0281E}">
      <dsp:nvSpPr>
        <dsp:cNvPr id="0" name=""/>
        <dsp:cNvSpPr/>
      </dsp:nvSpPr>
      <dsp:spPr>
        <a:xfrm>
          <a:off x="0" y="1384646"/>
          <a:ext cx="6282266" cy="879840"/>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Rather than sleeping you are probably chatting and interacting online with your sleep deprived mates – maybe worried that you will miss out on something??</a:t>
          </a:r>
          <a:endParaRPr lang="en-US" sz="1600" kern="1200"/>
        </a:p>
      </dsp:txBody>
      <dsp:txXfrm>
        <a:off x="42950" y="1427596"/>
        <a:ext cx="6196366" cy="793940"/>
      </dsp:txXfrm>
    </dsp:sp>
    <dsp:sp modelId="{12FB7112-A267-4201-85E3-ECEA26AF674E}">
      <dsp:nvSpPr>
        <dsp:cNvPr id="0" name=""/>
        <dsp:cNvSpPr/>
      </dsp:nvSpPr>
      <dsp:spPr>
        <a:xfrm>
          <a:off x="0" y="2310566"/>
          <a:ext cx="6282266" cy="879840"/>
        </a:xfrm>
        <a:prstGeom prst="roundRect">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It not just this activity that’s stimulating a sleepy brain, but also the light emitted from these electronic screens, particularly short wavelength blue light, further delays sleep by suppressing the sleep hormone melatonin</a:t>
          </a:r>
          <a:endParaRPr lang="en-US" sz="1600" kern="1200"/>
        </a:p>
      </dsp:txBody>
      <dsp:txXfrm>
        <a:off x="42950" y="2353516"/>
        <a:ext cx="6196366" cy="7939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52EC4-ABAF-4A7E-B03E-441ED61DC9D6}">
      <dsp:nvSpPr>
        <dsp:cNvPr id="0" name=""/>
        <dsp:cNvSpPr/>
      </dsp:nvSpPr>
      <dsp:spPr>
        <a:xfrm>
          <a:off x="0" y="799046"/>
          <a:ext cx="5886291" cy="14751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D118AD-224B-4665-84EF-30C8D3E1D556}">
      <dsp:nvSpPr>
        <dsp:cNvPr id="0" name=""/>
        <dsp:cNvSpPr/>
      </dsp:nvSpPr>
      <dsp:spPr>
        <a:xfrm>
          <a:off x="446236" y="1130958"/>
          <a:ext cx="811339" cy="811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BBC37B-B8AE-4818-B40D-CE9B69426E45}">
      <dsp:nvSpPr>
        <dsp:cNvPr id="0" name=""/>
        <dsp:cNvSpPr/>
      </dsp:nvSpPr>
      <dsp:spPr>
        <a:xfrm>
          <a:off x="1703813" y="799046"/>
          <a:ext cx="4182477" cy="1475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121" tIns="156121" rIns="156121" bIns="156121" numCol="1" spcCol="1270" anchor="ctr" anchorCtr="0">
          <a:noAutofit/>
        </a:bodyPr>
        <a:lstStyle/>
        <a:p>
          <a:pPr marL="0" lvl="0" indent="0" algn="l" defTabSz="889000">
            <a:lnSpc>
              <a:spcPct val="90000"/>
            </a:lnSpc>
            <a:spcBef>
              <a:spcPct val="0"/>
            </a:spcBef>
            <a:spcAft>
              <a:spcPct val="35000"/>
            </a:spcAft>
            <a:buNone/>
          </a:pPr>
          <a:r>
            <a:rPr lang="en-AU" sz="2000" kern="1200"/>
            <a:t>A recent study published in the Journal of Adolescent Health found </a:t>
          </a:r>
          <a:r>
            <a:rPr lang="en-AU" sz="2000" b="1" kern="1200"/>
            <a:t>70%</a:t>
          </a:r>
          <a:r>
            <a:rPr lang="en-AU" sz="2000" kern="1200"/>
            <a:t> of high school students don’t get enough sleep on school nights. </a:t>
          </a:r>
          <a:endParaRPr lang="en-US" sz="2000" kern="1200"/>
        </a:p>
      </dsp:txBody>
      <dsp:txXfrm>
        <a:off x="1703813" y="799046"/>
        <a:ext cx="4182477" cy="1475163"/>
      </dsp:txXfrm>
    </dsp:sp>
    <dsp:sp modelId="{DC41531F-41A2-4ED3-896A-6031AFA97E71}">
      <dsp:nvSpPr>
        <dsp:cNvPr id="0" name=""/>
        <dsp:cNvSpPr/>
      </dsp:nvSpPr>
      <dsp:spPr>
        <a:xfrm>
          <a:off x="0" y="2643000"/>
          <a:ext cx="5886291" cy="14751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3E4B47-C4AB-4B9B-832C-B7BD1FF79F5A}">
      <dsp:nvSpPr>
        <dsp:cNvPr id="0" name=""/>
        <dsp:cNvSpPr/>
      </dsp:nvSpPr>
      <dsp:spPr>
        <a:xfrm>
          <a:off x="446236" y="2974912"/>
          <a:ext cx="811339" cy="811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7031289-B59C-468A-96D4-CAC57474C7D5}">
      <dsp:nvSpPr>
        <dsp:cNvPr id="0" name=""/>
        <dsp:cNvSpPr/>
      </dsp:nvSpPr>
      <dsp:spPr>
        <a:xfrm>
          <a:off x="1703813" y="2643000"/>
          <a:ext cx="4182477" cy="1475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121" tIns="156121" rIns="156121" bIns="156121" numCol="1" spcCol="1270" anchor="ctr" anchorCtr="0">
          <a:noAutofit/>
        </a:bodyPr>
        <a:lstStyle/>
        <a:p>
          <a:pPr marL="0" lvl="0" indent="0" algn="l" defTabSz="889000">
            <a:lnSpc>
              <a:spcPct val="90000"/>
            </a:lnSpc>
            <a:spcBef>
              <a:spcPct val="0"/>
            </a:spcBef>
            <a:spcAft>
              <a:spcPct val="35000"/>
            </a:spcAft>
            <a:buNone/>
          </a:pPr>
          <a:r>
            <a:rPr lang="en-AU" sz="2000" kern="1200"/>
            <a:t>What does lack of sleep affect?</a:t>
          </a:r>
          <a:endParaRPr lang="en-US" sz="2000" kern="1200"/>
        </a:p>
      </dsp:txBody>
      <dsp:txXfrm>
        <a:off x="1703813" y="2643000"/>
        <a:ext cx="4182477" cy="147516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48A87A34-81AB-432B-8DAE-1953F412C126}" type="datetimeFigureOut">
              <a:rPr lang="en-US" smtClean="0"/>
              <a:t>8/17/2026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1076785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13721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550888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47195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738390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803718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3628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922309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667279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92396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481297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074239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947957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389863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31010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1157090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322693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8/17/2026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115785699"/>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8.jpeg"/><Relationship Id="rId7" Type="http://schemas.openxmlformats.org/officeDocument/2006/relationships/diagramColors" Target="../diagrams/colors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ZKNQ6gsW45M?feature=oembe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ideo" Target="https://www.youtube.com/embed/U8bqm-13XxA?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1051" name="Picture 78">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7865806" y="643463"/>
            <a:ext cx="3706762" cy="1608124"/>
          </a:xfrm>
        </p:spPr>
        <p:txBody>
          <a:bodyPr vert="horz" lIns="91440" tIns="45720" rIns="91440" bIns="45720" rtlCol="0" anchor="ctr">
            <a:normAutofit/>
          </a:bodyPr>
          <a:lstStyle/>
          <a:p>
            <a:pPr algn="l"/>
            <a:r>
              <a:rPr lang="en-US" sz="3600"/>
              <a:t>         Sleep    </a:t>
            </a:r>
          </a:p>
        </p:txBody>
      </p:sp>
      <p:pic>
        <p:nvPicPr>
          <p:cNvPr id="5" name="Picture 4">
            <a:extLst>
              <a:ext uri="{FF2B5EF4-FFF2-40B4-BE49-F238E27FC236}">
                <a16:creationId xmlns:a16="http://schemas.microsoft.com/office/drawing/2014/main" id="{7C8662FE-A69F-178C-9C51-C0D8F14B41F5}"/>
              </a:ext>
            </a:extLst>
          </p:cNvPr>
          <p:cNvPicPr>
            <a:picLocks noChangeAspect="1"/>
          </p:cNvPicPr>
          <p:nvPr/>
        </p:nvPicPr>
        <p:blipFill rotWithShape="1">
          <a:blip r:embed="rId4"/>
          <a:srcRect l="31543" r="19724" b="1"/>
          <a:stretch/>
        </p:blipFill>
        <p:spPr>
          <a:xfrm>
            <a:off x="20" y="-6324"/>
            <a:ext cx="7552924" cy="6858000"/>
          </a:xfrm>
          <a:prstGeom prst="rect">
            <a:avLst/>
          </a:prstGeom>
        </p:spPr>
      </p:pic>
      <p:sp>
        <p:nvSpPr>
          <p:cNvPr id="3" name="Subtitle 2"/>
          <p:cNvSpPr>
            <a:spLocks noGrp="1"/>
          </p:cNvSpPr>
          <p:nvPr>
            <p:ph type="subTitle" idx="1"/>
          </p:nvPr>
        </p:nvSpPr>
        <p:spPr>
          <a:xfrm>
            <a:off x="7865806" y="2251587"/>
            <a:ext cx="3706762" cy="3972232"/>
          </a:xfrm>
        </p:spPr>
        <p:txBody>
          <a:bodyPr vert="horz" lIns="91440" tIns="45720" rIns="91440" bIns="45720" rtlCol="0" anchor="ctr">
            <a:normAutofit/>
          </a:bodyPr>
          <a:lstStyle/>
          <a:p>
            <a:pPr algn="l">
              <a:buFont typeface="Arial"/>
              <a:buChar char="•"/>
            </a:pPr>
            <a:r>
              <a:rPr lang="en-US" cap="none"/>
              <a:t>Are you getting enough sleep?</a:t>
            </a:r>
          </a:p>
          <a:p>
            <a:pPr algn="l">
              <a:buFont typeface="Arial"/>
              <a:buChar char="•"/>
            </a:pPr>
            <a:r>
              <a:rPr lang="en-US" cap="none"/>
              <a:t>What gets in the way?</a:t>
            </a:r>
          </a:p>
          <a:p>
            <a:pPr algn="l">
              <a:buFont typeface="Arial"/>
              <a:buChar char="•"/>
            </a:pPr>
            <a:r>
              <a:rPr lang="en-US" cap="none"/>
              <a:t>What conditions do we need to sleep well?</a:t>
            </a:r>
          </a:p>
          <a:p>
            <a:pPr algn="l">
              <a:buFont typeface="Arial"/>
              <a:buChar char="•"/>
            </a:pPr>
            <a:endParaRPr lang="en-US" cap="none"/>
          </a:p>
        </p:txBody>
      </p:sp>
    </p:spTree>
    <p:extLst>
      <p:ext uri="{BB962C8B-B14F-4D97-AF65-F5344CB8AC3E}">
        <p14:creationId xmlns:p14="http://schemas.microsoft.com/office/powerpoint/2010/main" val="138270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p:cNvSpPr>
            <a:spLocks noGrp="1"/>
          </p:cNvSpPr>
          <p:nvPr>
            <p:ph type="title"/>
          </p:nvPr>
        </p:nvSpPr>
        <p:spPr>
          <a:xfrm>
            <a:off x="685801" y="643466"/>
            <a:ext cx="3351530" cy="4995333"/>
          </a:xfrm>
        </p:spPr>
        <p:txBody>
          <a:bodyPr>
            <a:normAutofit/>
          </a:bodyPr>
          <a:lstStyle/>
          <a:p>
            <a:r>
              <a:rPr lang="en-AU" cap="none">
                <a:solidFill>
                  <a:srgbClr val="FFFFFF"/>
                </a:solidFill>
              </a:rPr>
              <a:t>Circadian Rhythm (body clock)</a:t>
            </a:r>
          </a:p>
        </p:txBody>
      </p:sp>
      <p:sp useBgFill="1">
        <p:nvSpPr>
          <p:cNvPr id="15" name="Rectangle 1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E5F9031-E2EF-3834-57AB-2F40596F4A99}"/>
              </a:ext>
            </a:extLst>
          </p:cNvPr>
          <p:cNvGraphicFramePr>
            <a:graphicFrameLocks noGrp="1"/>
          </p:cNvGraphicFramePr>
          <p:nvPr>
            <p:ph idx="1"/>
            <p:extLst>
              <p:ext uri="{D42A27DB-BD31-4B8C-83A1-F6EECF244321}">
                <p14:modId xmlns:p14="http://schemas.microsoft.com/office/powerpoint/2010/main" val="1695516036"/>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9125215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25" name="Picture 1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p:cNvSpPr>
            <a:spLocks noGrp="1"/>
          </p:cNvSpPr>
          <p:nvPr>
            <p:ph type="title"/>
          </p:nvPr>
        </p:nvSpPr>
        <p:spPr>
          <a:xfrm>
            <a:off x="685801" y="643466"/>
            <a:ext cx="3351530" cy="4995333"/>
          </a:xfrm>
        </p:spPr>
        <p:txBody>
          <a:bodyPr>
            <a:normAutofit/>
          </a:bodyPr>
          <a:lstStyle/>
          <a:p>
            <a:r>
              <a:rPr lang="en-AU" cap="none">
                <a:solidFill>
                  <a:srgbClr val="FFFFFF"/>
                </a:solidFill>
              </a:rPr>
              <a:t>Teen Sleep Explained</a:t>
            </a:r>
          </a:p>
        </p:txBody>
      </p:sp>
      <p:sp useBgFill="1">
        <p:nvSpPr>
          <p:cNvPr id="26" name="Rectangle 1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Content Placeholder 2">
            <a:extLst>
              <a:ext uri="{FF2B5EF4-FFF2-40B4-BE49-F238E27FC236}">
                <a16:creationId xmlns:a16="http://schemas.microsoft.com/office/drawing/2014/main" id="{E297E825-4412-B0BA-1BE3-B71538C1F6D2}"/>
              </a:ext>
            </a:extLst>
          </p:cNvPr>
          <p:cNvGraphicFramePr>
            <a:graphicFrameLocks noGrp="1"/>
          </p:cNvGraphicFramePr>
          <p:nvPr>
            <p:ph idx="1"/>
            <p:extLst>
              <p:ext uri="{D42A27DB-BD31-4B8C-83A1-F6EECF244321}">
                <p14:modId xmlns:p14="http://schemas.microsoft.com/office/powerpoint/2010/main" val="1126385312"/>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4341542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p:cNvSpPr>
            <a:spLocks noGrp="1"/>
          </p:cNvSpPr>
          <p:nvPr>
            <p:ph type="title"/>
          </p:nvPr>
        </p:nvSpPr>
        <p:spPr>
          <a:xfrm>
            <a:off x="685801" y="643466"/>
            <a:ext cx="3351530" cy="4995333"/>
          </a:xfrm>
        </p:spPr>
        <p:txBody>
          <a:bodyPr>
            <a:normAutofit/>
          </a:bodyPr>
          <a:lstStyle/>
          <a:p>
            <a:r>
              <a:rPr lang="en-AU" cap="none">
                <a:solidFill>
                  <a:srgbClr val="FFFFFF"/>
                </a:solidFill>
              </a:rPr>
              <a:t>Effect of Busy Lifestyles</a:t>
            </a:r>
          </a:p>
        </p:txBody>
      </p:sp>
      <p:sp useBgFill="1">
        <p:nvSpPr>
          <p:cNvPr id="15" name="Rectangle 1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BE48FC0-3ABF-6B37-26A7-D879637771B2}"/>
              </a:ext>
            </a:extLst>
          </p:cNvPr>
          <p:cNvGraphicFramePr>
            <a:graphicFrameLocks noGrp="1"/>
          </p:cNvGraphicFramePr>
          <p:nvPr>
            <p:ph idx="1"/>
            <p:extLst>
              <p:ext uri="{D42A27DB-BD31-4B8C-83A1-F6EECF244321}">
                <p14:modId xmlns:p14="http://schemas.microsoft.com/office/powerpoint/2010/main" val="1675791887"/>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4548900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54384" y="609599"/>
            <a:ext cx="6282266" cy="1456267"/>
          </a:xfrm>
        </p:spPr>
        <p:txBody>
          <a:bodyPr>
            <a:normAutofit/>
          </a:bodyPr>
          <a:lstStyle/>
          <a:p>
            <a:r>
              <a:rPr lang="en-US" altLang="en-US" cap="none">
                <a:latin typeface="Bicyclette-Regular"/>
              </a:rPr>
              <a:t>Electronic Devices</a:t>
            </a:r>
            <a:br>
              <a:rPr lang="en-US" altLang="en-US" cap="none">
                <a:latin typeface="Bicyclette-Regular"/>
              </a:rPr>
            </a:br>
            <a:endParaRPr lang="en-AU"/>
          </a:p>
        </p:txBody>
      </p:sp>
      <p:pic>
        <p:nvPicPr>
          <p:cNvPr id="2055" name="Picture 7" descr="Image result for teens using mobile phones"/>
          <p:cNvPicPr>
            <a:picLocks noChangeAspect="1" noChangeArrowheads="1"/>
          </p:cNvPicPr>
          <p:nvPr/>
        </p:nvPicPr>
        <p:blipFill rotWithShape="1">
          <a:blip r:embed="rId3">
            <a:extLst>
              <a:ext uri="{28A0092B-C50C-407E-A947-70E740481C1C}">
                <a14:useLocalDpi xmlns:a14="http://schemas.microsoft.com/office/drawing/2010/main" val="0"/>
              </a:ext>
            </a:extLst>
          </a:blip>
          <a:srcRect l="22732" r="36699"/>
          <a:stretch/>
        </p:blipFill>
        <p:spPr bwMode="auto">
          <a:xfrm>
            <a:off x="1074906" y="2065866"/>
            <a:ext cx="2144949" cy="2988362"/>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AutoShape 3" descr="Image result for electronic devic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AutoShape 5" descr="Image result for electronic devic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aphicFrame>
        <p:nvGraphicFramePr>
          <p:cNvPr id="2057" name="Content Placeholder 4">
            <a:extLst>
              <a:ext uri="{FF2B5EF4-FFF2-40B4-BE49-F238E27FC236}">
                <a16:creationId xmlns:a16="http://schemas.microsoft.com/office/drawing/2014/main" id="{AA8ADBCF-E51A-5C52-E589-C2E43F2F7FD3}"/>
              </a:ext>
            </a:extLst>
          </p:cNvPr>
          <p:cNvGraphicFramePr>
            <a:graphicFrameLocks noGrp="1"/>
          </p:cNvGraphicFramePr>
          <p:nvPr>
            <p:ph idx="1"/>
            <p:extLst>
              <p:ext uri="{D42A27DB-BD31-4B8C-83A1-F6EECF244321}">
                <p14:modId xmlns:p14="http://schemas.microsoft.com/office/powerpoint/2010/main" val="430907642"/>
              </p:ext>
            </p:extLst>
          </p:nvPr>
        </p:nvGraphicFramePr>
        <p:xfrm>
          <a:off x="4754384" y="2142066"/>
          <a:ext cx="6282266" cy="36491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40718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p:cNvSpPr>
            <a:spLocks noGrp="1"/>
          </p:cNvSpPr>
          <p:nvPr>
            <p:ph type="title"/>
          </p:nvPr>
        </p:nvSpPr>
        <p:spPr>
          <a:xfrm>
            <a:off x="685801" y="643466"/>
            <a:ext cx="3351530" cy="4995333"/>
          </a:xfrm>
        </p:spPr>
        <p:txBody>
          <a:bodyPr>
            <a:normAutofit/>
          </a:bodyPr>
          <a:lstStyle/>
          <a:p>
            <a:endParaRPr lang="en-AU">
              <a:solidFill>
                <a:srgbClr val="FFFFFF"/>
              </a:solidFill>
            </a:endParaRPr>
          </a:p>
        </p:txBody>
      </p:sp>
      <p:sp useBgFill="1">
        <p:nvSpPr>
          <p:cNvPr id="15" name="Rectangle 1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466245A-B0F7-581D-3306-C23435C6ACA3}"/>
              </a:ext>
            </a:extLst>
          </p:cNvPr>
          <p:cNvGraphicFramePr>
            <a:graphicFrameLocks noGrp="1"/>
          </p:cNvGraphicFramePr>
          <p:nvPr>
            <p:ph idx="1"/>
            <p:extLst>
              <p:ext uri="{D42A27DB-BD31-4B8C-83A1-F6EECF244321}">
                <p14:modId xmlns:p14="http://schemas.microsoft.com/office/powerpoint/2010/main" val="3062630312"/>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0800073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801" y="500743"/>
            <a:ext cx="7402285" cy="1360714"/>
          </a:xfrm>
        </p:spPr>
        <p:txBody>
          <a:bodyPr>
            <a:normAutofit/>
          </a:bodyPr>
          <a:lstStyle/>
          <a:p>
            <a:endParaRPr lang="en-AU"/>
          </a:p>
        </p:txBody>
      </p:sp>
      <p:sp>
        <p:nvSpPr>
          <p:cNvPr id="3" name="Content Placeholder 2"/>
          <p:cNvSpPr>
            <a:spLocks noGrp="1"/>
          </p:cNvSpPr>
          <p:nvPr>
            <p:ph idx="1"/>
          </p:nvPr>
        </p:nvSpPr>
        <p:spPr>
          <a:xfrm>
            <a:off x="685801" y="1861457"/>
            <a:ext cx="7402285" cy="3392110"/>
          </a:xfrm>
        </p:spPr>
        <p:txBody>
          <a:bodyPr>
            <a:normAutofit/>
          </a:bodyPr>
          <a:lstStyle/>
          <a:p>
            <a:pPr marL="0" indent="0">
              <a:lnSpc>
                <a:spcPct val="90000"/>
              </a:lnSpc>
              <a:buNone/>
            </a:pPr>
            <a:r>
              <a:rPr lang="en-AU"/>
              <a:t> 1.  Learning and Memory</a:t>
            </a:r>
          </a:p>
          <a:p>
            <a:pPr>
              <a:lnSpc>
                <a:spcPct val="90000"/>
              </a:lnSpc>
            </a:pPr>
            <a:r>
              <a:rPr lang="en-AU"/>
              <a:t>Medical studies have shown teenagers who regularly score At or Below the Standard in school tests average 30 minutes less sleep per night than teens who regularly get Above and Well Above grades.</a:t>
            </a:r>
          </a:p>
          <a:p>
            <a:pPr>
              <a:lnSpc>
                <a:spcPct val="90000"/>
              </a:lnSpc>
            </a:pPr>
            <a:r>
              <a:rPr lang="en-AU"/>
              <a:t>In a study conducted by a sleep researcher at Tel Aviv University, when deprived of just 1 hour of sleep each night, sleep deprived 6th graders academically performed like 4th graders in the classroom.</a:t>
            </a:r>
          </a:p>
          <a:p>
            <a:pPr>
              <a:lnSpc>
                <a:spcPct val="90000"/>
              </a:lnSpc>
            </a:pPr>
            <a:r>
              <a:rPr lang="en-AU"/>
              <a:t>When you are sleep deprived, your body is only able to focus on being tired, resulting in a reduced willingness and motivation to learn. </a:t>
            </a:r>
          </a:p>
          <a:p>
            <a:pPr marL="0" indent="0">
              <a:lnSpc>
                <a:spcPct val="90000"/>
              </a:lnSpc>
              <a:buNone/>
            </a:pPr>
            <a:r>
              <a:rPr lang="en-AU"/>
              <a:t>http://www.sleepshack.com/</a:t>
            </a:r>
          </a:p>
          <a:p>
            <a:pPr marL="0" indent="0">
              <a:lnSpc>
                <a:spcPct val="90000"/>
              </a:lnSpc>
              <a:buNone/>
            </a:pPr>
            <a:endParaRPr lang="en-AU" u="sng"/>
          </a:p>
        </p:txBody>
      </p:sp>
    </p:spTree>
    <p:extLst>
      <p:ext uri="{BB962C8B-B14F-4D97-AF65-F5344CB8AC3E}">
        <p14:creationId xmlns:p14="http://schemas.microsoft.com/office/powerpoint/2010/main" val="244726888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85801" y="1861457"/>
            <a:ext cx="7402285" cy="3392110"/>
          </a:xfrm>
        </p:spPr>
        <p:txBody>
          <a:bodyPr>
            <a:normAutofit/>
          </a:bodyPr>
          <a:lstStyle/>
          <a:p>
            <a:pPr marL="0" indent="0">
              <a:lnSpc>
                <a:spcPct val="90000"/>
              </a:lnSpc>
              <a:buNone/>
            </a:pPr>
            <a:r>
              <a:rPr lang="en-AU" sz="1700"/>
              <a:t>2. Emotional and Mental Health               </a:t>
            </a:r>
          </a:p>
          <a:p>
            <a:pPr>
              <a:lnSpc>
                <a:spcPct val="90000"/>
              </a:lnSpc>
            </a:pPr>
            <a:r>
              <a:rPr lang="en-AU" sz="1700"/>
              <a:t>A 2010 study found that teenagers who go to bed after midnight suffer more negative mood swings, are 24% more likely to suffer from depression &amp; anxiety, and are 20% more likely to consider harming themselves.</a:t>
            </a:r>
          </a:p>
          <a:p>
            <a:pPr>
              <a:lnSpc>
                <a:spcPct val="90000"/>
              </a:lnSpc>
            </a:pPr>
            <a:endParaRPr lang="en-AU" sz="1700"/>
          </a:p>
          <a:p>
            <a:pPr>
              <a:lnSpc>
                <a:spcPct val="90000"/>
              </a:lnSpc>
            </a:pPr>
            <a:r>
              <a:rPr lang="en-AU" sz="1700"/>
              <a:t>Long term studies have demonstrated poor sleep in adolescence is a strong predictor of elevated risk of depression, anxiety and suicide in adulthood.</a:t>
            </a:r>
          </a:p>
          <a:p>
            <a:pPr>
              <a:lnSpc>
                <a:spcPct val="90000"/>
              </a:lnSpc>
            </a:pPr>
            <a:endParaRPr lang="en-AU" sz="1700"/>
          </a:p>
          <a:p>
            <a:pPr>
              <a:lnSpc>
                <a:spcPct val="90000"/>
              </a:lnSpc>
            </a:pPr>
            <a:r>
              <a:rPr lang="en-AU" sz="1700"/>
              <a:t>Sleep deprived teenagers are more prone to developing a negative body image, subsequent low self-esteem, and a loss of their sense of humour.</a:t>
            </a:r>
          </a:p>
          <a:p>
            <a:pPr marL="0" indent="0">
              <a:lnSpc>
                <a:spcPct val="90000"/>
              </a:lnSpc>
              <a:buNone/>
            </a:pPr>
            <a:endParaRPr lang="en-AU" sz="1700"/>
          </a:p>
        </p:txBody>
      </p:sp>
    </p:spTree>
    <p:extLst>
      <p:ext uri="{BB962C8B-B14F-4D97-AF65-F5344CB8AC3E}">
        <p14:creationId xmlns:p14="http://schemas.microsoft.com/office/powerpoint/2010/main" val="106122902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85801" y="1861457"/>
            <a:ext cx="7402285" cy="3392110"/>
          </a:xfrm>
        </p:spPr>
        <p:txBody>
          <a:bodyPr>
            <a:normAutofit/>
          </a:bodyPr>
          <a:lstStyle/>
          <a:p>
            <a:pPr marL="0" indent="0">
              <a:buNone/>
            </a:pPr>
            <a:r>
              <a:rPr lang="en-AU"/>
              <a:t>3. Behaviour and Lifestyle</a:t>
            </a:r>
          </a:p>
          <a:p>
            <a:r>
              <a:rPr lang="en-AU"/>
              <a:t>Sleep deprivation is the number 1 cause of motor vehicle accidents with 20% of road deaths caused by micro-sleeps. Around half of these types of deaths are of 16-25 year olds.</a:t>
            </a:r>
          </a:p>
          <a:p>
            <a:pPr marL="0" indent="0">
              <a:buNone/>
            </a:pPr>
            <a:endParaRPr lang="en-AU"/>
          </a:p>
          <a:p>
            <a:r>
              <a:rPr lang="en-AU"/>
              <a:t>Poor sleep affects sporting ability. A recent study on NBA basket ballers showed significant improvements when their sleep was optimised including: reacting quicker, remembering plays better, greater shooting accuracy and sprinting faster.</a:t>
            </a:r>
          </a:p>
        </p:txBody>
      </p:sp>
    </p:spTree>
    <p:extLst>
      <p:ext uri="{BB962C8B-B14F-4D97-AF65-F5344CB8AC3E}">
        <p14:creationId xmlns:p14="http://schemas.microsoft.com/office/powerpoint/2010/main" val="294498634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85801" y="1861457"/>
            <a:ext cx="7402285" cy="3392110"/>
          </a:xfrm>
        </p:spPr>
        <p:txBody>
          <a:bodyPr>
            <a:normAutofit/>
          </a:bodyPr>
          <a:lstStyle/>
          <a:p>
            <a:pPr marL="0" indent="0">
              <a:lnSpc>
                <a:spcPct val="90000"/>
              </a:lnSpc>
              <a:buNone/>
            </a:pPr>
            <a:r>
              <a:rPr lang="en-AU"/>
              <a:t>4. Body Systems</a:t>
            </a:r>
          </a:p>
          <a:p>
            <a:pPr marL="0" indent="0">
              <a:lnSpc>
                <a:spcPct val="90000"/>
              </a:lnSpc>
              <a:buNone/>
            </a:pPr>
            <a:endParaRPr lang="en-AU"/>
          </a:p>
          <a:p>
            <a:pPr>
              <a:lnSpc>
                <a:spcPct val="90000"/>
              </a:lnSpc>
            </a:pPr>
            <a:r>
              <a:rPr lang="en-AU"/>
              <a:t>Sleep deprivation in teens has been linked to lower levels of Human Growth Hormone, which is integral to physical growth, brain development and maturation of the immune system.</a:t>
            </a:r>
          </a:p>
          <a:p>
            <a:pPr>
              <a:lnSpc>
                <a:spcPct val="90000"/>
              </a:lnSpc>
            </a:pPr>
            <a:endParaRPr lang="en-AU"/>
          </a:p>
          <a:p>
            <a:pPr>
              <a:lnSpc>
                <a:spcPct val="90000"/>
              </a:lnSpc>
            </a:pPr>
            <a:endParaRPr lang="en-AU"/>
          </a:p>
          <a:p>
            <a:pPr>
              <a:lnSpc>
                <a:spcPct val="90000"/>
              </a:lnSpc>
            </a:pPr>
            <a:r>
              <a:rPr lang="en-AU"/>
              <a:t>Not getting enough sleep causes the number of T cells in a teen’s body to fall by 30 to 40% thereby reducing the ability of your immune system to fight everyday infections.</a:t>
            </a:r>
          </a:p>
          <a:p>
            <a:pPr marL="0" indent="0">
              <a:lnSpc>
                <a:spcPct val="90000"/>
              </a:lnSpc>
              <a:buNone/>
            </a:pPr>
            <a:endParaRPr lang="en-AU"/>
          </a:p>
          <a:p>
            <a:pPr marL="0" indent="0">
              <a:lnSpc>
                <a:spcPct val="90000"/>
              </a:lnSpc>
              <a:buNone/>
            </a:pPr>
            <a:endParaRPr lang="en-AU"/>
          </a:p>
          <a:p>
            <a:pPr marL="0" indent="0">
              <a:lnSpc>
                <a:spcPct val="90000"/>
              </a:lnSpc>
              <a:buNone/>
            </a:pPr>
            <a:endParaRPr lang="en-AU"/>
          </a:p>
        </p:txBody>
      </p:sp>
    </p:spTree>
    <p:extLst>
      <p:ext uri="{BB962C8B-B14F-4D97-AF65-F5344CB8AC3E}">
        <p14:creationId xmlns:p14="http://schemas.microsoft.com/office/powerpoint/2010/main" val="80497352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4100" name="Picture 70">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8180983" y="639097"/>
            <a:ext cx="3352256" cy="3746634"/>
          </a:xfrm>
        </p:spPr>
        <p:txBody>
          <a:bodyPr vert="horz" lIns="91440" tIns="45720" rIns="91440" bIns="45720" rtlCol="0" anchor="b">
            <a:normAutofit/>
          </a:bodyPr>
          <a:lstStyle/>
          <a:p>
            <a:pPr algn="r">
              <a:lnSpc>
                <a:spcPct val="90000"/>
              </a:lnSpc>
            </a:pPr>
            <a:r>
              <a:rPr lang="en-US" sz="3000"/>
              <a:t>So – sleep is vital to your health and wellbeing! How do you make sure you get enough, good quality sleep?   </a:t>
            </a:r>
          </a:p>
        </p:txBody>
      </p:sp>
      <p:pic>
        <p:nvPicPr>
          <p:cNvPr id="4098" name="Picture 2" descr="Free stock photo of bench, man, person, relaxation"/>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9810" y="1121453"/>
            <a:ext cx="6921364" cy="462001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12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D61FC-7CD6-C0D2-3EB6-8D12E00151BA}"/>
              </a:ext>
            </a:extLst>
          </p:cNvPr>
          <p:cNvSpPr>
            <a:spLocks noGrp="1"/>
          </p:cNvSpPr>
          <p:nvPr>
            <p:ph type="title"/>
          </p:nvPr>
        </p:nvSpPr>
        <p:spPr/>
        <p:txBody>
          <a:bodyPr/>
          <a:lstStyle/>
          <a:p>
            <a:endParaRPr lang="en-AU"/>
          </a:p>
        </p:txBody>
      </p:sp>
      <p:pic>
        <p:nvPicPr>
          <p:cNvPr id="4" name="Online Media 3" title="5 Tips For Falling Asleep Quicker, According To A Sleep Expert">
            <a:hlinkClick r:id="" action="ppaction://media"/>
            <a:extLst>
              <a:ext uri="{FF2B5EF4-FFF2-40B4-BE49-F238E27FC236}">
                <a16:creationId xmlns:a16="http://schemas.microsoft.com/office/drawing/2014/main" id="{5A7BC68A-BFF4-87F4-3019-50A21A9635A1}"/>
              </a:ext>
            </a:extLst>
          </p:cNvPr>
          <p:cNvPicPr>
            <a:picLocks noGrp="1" noRot="1" noChangeAspect="1"/>
          </p:cNvPicPr>
          <p:nvPr>
            <p:ph idx="1"/>
            <a:videoFile r:link="rId1"/>
          </p:nvPr>
        </p:nvPicPr>
        <p:blipFill>
          <a:blip r:embed="rId3"/>
          <a:stretch>
            <a:fillRect/>
          </a:stretch>
        </p:blipFill>
        <p:spPr>
          <a:xfrm>
            <a:off x="845820" y="88900"/>
            <a:ext cx="10302875" cy="5821162"/>
          </a:xfrm>
          <a:prstGeom prst="rect">
            <a:avLst/>
          </a:prstGeom>
        </p:spPr>
      </p:pic>
    </p:spTree>
    <p:extLst>
      <p:ext uri="{BB962C8B-B14F-4D97-AF65-F5344CB8AC3E}">
        <p14:creationId xmlns:p14="http://schemas.microsoft.com/office/powerpoint/2010/main" val="100582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36E89-2B75-44B7-FA38-62F4D82D37F7}"/>
              </a:ext>
            </a:extLst>
          </p:cNvPr>
          <p:cNvSpPr>
            <a:spLocks noGrp="1"/>
          </p:cNvSpPr>
          <p:nvPr>
            <p:ph type="title"/>
          </p:nvPr>
        </p:nvSpPr>
        <p:spPr/>
        <p:txBody>
          <a:bodyPr/>
          <a:lstStyle/>
          <a:p>
            <a:endParaRPr lang="en-AU"/>
          </a:p>
        </p:txBody>
      </p:sp>
      <p:pic>
        <p:nvPicPr>
          <p:cNvPr id="4" name="Online Media 3" title="Getting A Good Night's Sleep - Top Tips for Teens">
            <a:hlinkClick r:id="" action="ppaction://media"/>
            <a:extLst>
              <a:ext uri="{FF2B5EF4-FFF2-40B4-BE49-F238E27FC236}">
                <a16:creationId xmlns:a16="http://schemas.microsoft.com/office/drawing/2014/main" id="{28672006-17B5-E5DC-3757-D77A95D6BC42}"/>
              </a:ext>
            </a:extLst>
          </p:cNvPr>
          <p:cNvPicPr>
            <a:picLocks noGrp="1" noRot="1" noChangeAspect="1"/>
          </p:cNvPicPr>
          <p:nvPr>
            <p:ph idx="1"/>
            <a:videoFile r:link="rId1"/>
          </p:nvPr>
        </p:nvPicPr>
        <p:blipFill>
          <a:blip r:embed="rId3"/>
          <a:stretch>
            <a:fillRect/>
          </a:stretch>
        </p:blipFill>
        <p:spPr>
          <a:xfrm>
            <a:off x="558800" y="382252"/>
            <a:ext cx="10382496" cy="5866148"/>
          </a:xfrm>
          <a:prstGeom prst="rect">
            <a:avLst/>
          </a:prstGeom>
        </p:spPr>
      </p:pic>
    </p:spTree>
    <p:extLst>
      <p:ext uri="{BB962C8B-B14F-4D97-AF65-F5344CB8AC3E}">
        <p14:creationId xmlns:p14="http://schemas.microsoft.com/office/powerpoint/2010/main" val="146982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FE8928-CB42-4F5C-A8D0-80B9F389ADFA}">
  <ds:schemaRefs>
    <ds:schemaRef ds:uri="http://schemas.microsoft.com/sharepoint/v3/contenttype/forms"/>
  </ds:schemaRefs>
</ds:datastoreItem>
</file>

<file path=customXml/itemProps2.xml><?xml version="1.0" encoding="utf-8"?>
<ds:datastoreItem xmlns:ds="http://schemas.openxmlformats.org/officeDocument/2006/customXml" ds:itemID="{64EDE4FC-4B8F-4B4D-8033-76DAF29319A5}">
  <ds:schemaRefs>
    <ds:schemaRef ds:uri="http://purl.org/dc/elements/1.1/"/>
    <ds:schemaRef ds:uri="http://purl.org/dc/dcmitype/"/>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4f0bfc7f-89f7-4a8e-b4ce-697b04347147"/>
  </ds:schemaRefs>
</ds:datastoreItem>
</file>

<file path=customXml/itemProps3.xml><?xml version="1.0" encoding="utf-8"?>
<ds:datastoreItem xmlns:ds="http://schemas.openxmlformats.org/officeDocument/2006/customXml" ds:itemID="{2610F420-4D0A-44E8-A849-FA6FBEB7F8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bfc7f-89f7-4a8e-b4ce-697b043471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Celestial</Template>
  <TotalTime>0</TotalTime>
  <Words>823</Words>
  <Application>Microsoft Office PowerPoint</Application>
  <PresentationFormat>Widescreen</PresentationFormat>
  <Paragraphs>46</Paragraphs>
  <Slides>13</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Bicyclette-Regular</vt:lpstr>
      <vt:lpstr>Calibri</vt:lpstr>
      <vt:lpstr>Calibri Light</vt:lpstr>
      <vt:lpstr>Celestial</vt:lpstr>
      <vt:lpstr>         Sleep    </vt:lpstr>
      <vt:lpstr>Circadian Rhythm (body clock)</vt:lpstr>
      <vt:lpstr>Teen Sleep Explained</vt:lpstr>
      <vt:lpstr>Effect of Busy Lifestyles</vt:lpstr>
      <vt:lpstr>Electronic Devices </vt:lpstr>
      <vt:lpstr>PowerPoint Presentation</vt:lpstr>
      <vt:lpstr>PowerPoint Presentation</vt:lpstr>
      <vt:lpstr>PowerPoint Presentation</vt:lpstr>
      <vt:lpstr>PowerPoint Presentation</vt:lpstr>
      <vt:lpstr>PowerPoint Presentation</vt:lpstr>
      <vt:lpstr>So – sleep is vital to your health and wellbeing! How do you make sure you get enough, good quality sleep?   </vt:lpstr>
      <vt:lpstr>PowerPoint Presentation</vt:lpstr>
      <vt:lpstr>PowerPoint Presentation</vt:lpstr>
    </vt:vector>
  </TitlesOfParts>
  <Company>Kew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Sleep</dc:title>
  <dc:creator>HARDING,  Faye</dc:creator>
  <cp:lastModifiedBy>Liam GOMEZ-KERVIN</cp:lastModifiedBy>
  <cp:revision>1</cp:revision>
  <dcterms:created xsi:type="dcterms:W3CDTF">2018-10-25T23:26:19Z</dcterms:created>
  <dcterms:modified xsi:type="dcterms:W3CDTF">2026-08-16T23:04:26Z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y fmtid="{D5CDD505-2E9C-101B-9397-08002B2CF9AE}" pid="3" name="Order">
    <vt:r8>89200</vt:r8>
  </property>
  <property fmtid="{D5CDD505-2E9C-101B-9397-08002B2CF9AE}" pid="4" name="xd_Signature">
    <vt:bool>false</vt:bool>
  </property>
  <property fmtid="{D5CDD505-2E9C-101B-9397-08002B2CF9AE}" pid="5" name="xd_ProgID">
    <vt:lpwstr/>
  </property>
  <property fmtid="{D5CDD505-2E9C-101B-9397-08002B2CF9AE}" pid="6" name="TemplateUrl">
    <vt:lpwstr/>
  </property>
  <property fmtid="{D5CDD505-2E9C-101B-9397-08002B2CF9AE}" pid="7" name="ComplianceAssetId">
    <vt:lpwstr/>
  </property>
  <property fmtid="{D5CDD505-2E9C-101B-9397-08002B2CF9AE}" pid="8" name="MediaServiceImageTags">
    <vt:lpwstr/>
  </property>
  <property fmtid="{D5CDD505-2E9C-101B-9397-08002B2CF9AE}" pid="9" name="_ExtendedDescription">
    <vt:lpwstr/>
  </property>
  <property fmtid="{D5CDD505-2E9C-101B-9397-08002B2CF9AE}" pid="10" name="TriggerFlowInfo">
    <vt:lpwstr/>
  </property>
</Properties>
</file>